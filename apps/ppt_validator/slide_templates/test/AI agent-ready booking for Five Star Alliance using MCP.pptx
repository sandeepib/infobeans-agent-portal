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9144000" cy="5143500"/>
  <p:notesSz cx="6858000" cy="9144000"/>
  <p:embeddedFontLst>
    <p:embeddedFont>
      <p:font typeface="Lexend SemiBold" charset="0"/>
      <p:regular r:id="rId16"/>
      <p:bold r:id="rId17"/>
    </p:embeddedFont>
    <p:embeddedFont>
      <p:font typeface="Lexend Light" charset="0"/>
      <p:regular r:id="rId18"/>
      <p:bold r:id="rId19"/>
    </p:embeddedFont>
    <p:embeddedFont>
      <p:font typeface="Lexend Medium" charset="0"/>
      <p:regular r:id="rId20"/>
      <p:bold r:id="rId21"/>
    </p:embeddedFont>
    <p:embeddedFont>
      <p:font typeface="Lexend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f96ab0672c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f96ab0672c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f96ab0672c_0_150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f96ab0672c_0_15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96ab0672c_0_12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f96ab0672c_0_12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f96ab0672c_0_178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f96ab0672c_0_17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f96ab0672c_0_179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f96ab0672c_0_179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f96ab0672c_0_42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f96ab0672c_0_42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f96ab0672c_0_618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f96ab0672c_0_618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f96ab0672c_0_9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f96ab0672c_0_9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4">
  <p:cSld name="TITLE_4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2" name="Google Shape;52;p13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3" name="Google Shape;53;p1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estimonial Slide V1">
  <p:cSld name="TITLE">
    <p:bg>
      <p:bgPr>
        <a:solidFill>
          <a:schemeClr val="accent3"/>
        </a:solidFill>
        <a:effectLst/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ctrTitle"/>
          </p:nvPr>
        </p:nvSpPr>
        <p:spPr>
          <a:xfrm>
            <a:off x="311700" y="1821500"/>
            <a:ext cx="8520600" cy="135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" name="Google Shape;60;p15"/>
          <p:cNvSpPr txBox="1"/>
          <p:nvPr>
            <p:ph type="subTitle" idx="1"/>
          </p:nvPr>
        </p:nvSpPr>
        <p:spPr>
          <a:xfrm>
            <a:off x="311700" y="3631914"/>
            <a:ext cx="8520600" cy="5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exend Medium"/>
              <a:buNone/>
              <a:defRPr sz="16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61" name="Google Shape;61;p1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/>
          <p:nvPr>
            <p:ph type="subTitle" idx="2"/>
          </p:nvPr>
        </p:nvSpPr>
        <p:spPr>
          <a:xfrm>
            <a:off x="311700" y="3936714"/>
            <a:ext cx="8520600" cy="5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stimonial Slide V1">
  <p:cSld name="TITLE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6" name="Google Shape;66;p16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67" name="Google Shape;67;p1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Word List">
  <p:cSld name="TITLE_1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ctrTitle"/>
          </p:nvPr>
        </p:nvSpPr>
        <p:spPr>
          <a:xfrm>
            <a:off x="311700" y="553412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</a:defRPr>
            </a:lvl9pPr>
          </a:lstStyle>
          <a:p/>
        </p:txBody>
      </p:sp>
      <p:pic>
        <p:nvPicPr>
          <p:cNvPr id="71" name="Google Shape;71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7"/>
          <p:cNvSpPr txBox="1"/>
          <p:nvPr>
            <p:ph type="body" idx="1"/>
          </p:nvPr>
        </p:nvSpPr>
        <p:spPr>
          <a:xfrm>
            <a:off x="1482400" y="1635750"/>
            <a:ext cx="2808600" cy="18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>
              <a:spcBef>
                <a:spcPts val="80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>
              <a:spcBef>
                <a:spcPts val="80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>
              <a:spcBef>
                <a:spcPts val="80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>
              <a:spcBef>
                <a:spcPts val="80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>
              <a:spcBef>
                <a:spcPts val="80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>
              <a:spcBef>
                <a:spcPts val="80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>
              <a:spcBef>
                <a:spcPts val="80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>
              <a:spcBef>
                <a:spcPts val="800"/>
              </a:spcBef>
              <a:spcAft>
                <a:spcPts val="80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73" name="Google Shape;73;p17"/>
          <p:cNvSpPr txBox="1"/>
          <p:nvPr>
            <p:ph type="body" idx="2"/>
          </p:nvPr>
        </p:nvSpPr>
        <p:spPr>
          <a:xfrm>
            <a:off x="4872648" y="1635750"/>
            <a:ext cx="2808600" cy="18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marL="914400" lvl="1" indent="-368300">
              <a:spcBef>
                <a:spcPts val="800"/>
              </a:spcBef>
              <a:spcAft>
                <a:spcPts val="0"/>
              </a:spcAft>
              <a:buSzPts val="2200"/>
              <a:buChar char="○"/>
              <a:defRPr sz="2200"/>
            </a:lvl2pPr>
            <a:lvl3pPr marL="1371600" lvl="2" indent="-368300">
              <a:spcBef>
                <a:spcPts val="800"/>
              </a:spcBef>
              <a:spcAft>
                <a:spcPts val="0"/>
              </a:spcAft>
              <a:buSzPts val="2200"/>
              <a:buChar char="■"/>
              <a:defRPr sz="2200"/>
            </a:lvl3pPr>
            <a:lvl4pPr marL="1828800" lvl="3" indent="-368300">
              <a:spcBef>
                <a:spcPts val="800"/>
              </a:spcBef>
              <a:spcAft>
                <a:spcPts val="0"/>
              </a:spcAft>
              <a:buSzPts val="2200"/>
              <a:buChar char="●"/>
              <a:defRPr sz="2200"/>
            </a:lvl4pPr>
            <a:lvl5pPr marL="2286000" lvl="4" indent="-368300">
              <a:spcBef>
                <a:spcPts val="800"/>
              </a:spcBef>
              <a:spcAft>
                <a:spcPts val="0"/>
              </a:spcAft>
              <a:buSzPts val="2200"/>
              <a:buChar char="○"/>
              <a:defRPr sz="2200"/>
            </a:lvl5pPr>
            <a:lvl6pPr marL="2743200" lvl="5" indent="-368300">
              <a:spcBef>
                <a:spcPts val="800"/>
              </a:spcBef>
              <a:spcAft>
                <a:spcPts val="0"/>
              </a:spcAft>
              <a:buSzPts val="2200"/>
              <a:buChar char="■"/>
              <a:defRPr sz="2200"/>
            </a:lvl6pPr>
            <a:lvl7pPr marL="3200400" lvl="6" indent="-368300">
              <a:spcBef>
                <a:spcPts val="800"/>
              </a:spcBef>
              <a:spcAft>
                <a:spcPts val="0"/>
              </a:spcAft>
              <a:buSzPts val="2200"/>
              <a:buChar char="●"/>
              <a:defRPr sz="2200"/>
            </a:lvl7pPr>
            <a:lvl8pPr marL="3657600" lvl="7" indent="-368300">
              <a:spcBef>
                <a:spcPts val="800"/>
              </a:spcBef>
              <a:spcAft>
                <a:spcPts val="0"/>
              </a:spcAft>
              <a:buSzPts val="2200"/>
              <a:buChar char="○"/>
              <a:defRPr sz="2200"/>
            </a:lvl8pPr>
            <a:lvl9pPr marL="4114800" lvl="8" indent="-368300">
              <a:spcBef>
                <a:spcPts val="800"/>
              </a:spcBef>
              <a:spcAft>
                <a:spcPts val="80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74" name="Google Shape;74;p17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imple Section Break or Main Point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2007945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pic>
        <p:nvPicPr>
          <p:cNvPr id="77" name="Google Shape;77;p1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8"/>
          <p:cNvSpPr txBox="1"/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>
            <p:ph type="title"/>
          </p:nvPr>
        </p:nvSpPr>
        <p:spPr>
          <a:xfrm>
            <a:off x="311700" y="283678"/>
            <a:ext cx="85206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pic>
        <p:nvPicPr>
          <p:cNvPr id="82" name="Google Shape;82;p1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9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llouts with Icons">
  <p:cSld name="TITLE_AND_BODY_9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311700" y="252214"/>
            <a:ext cx="85206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type="body" idx="1"/>
          </p:nvPr>
        </p:nvSpPr>
        <p:spPr>
          <a:xfrm>
            <a:off x="903400" y="2075825"/>
            <a:ext cx="1673400" cy="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Font typeface="Lexend Medium"/>
              <a:buChar char="●"/>
              <a:defRPr sz="900">
                <a:latin typeface="Lexend Medium"/>
                <a:ea typeface="Lexend Medium"/>
                <a:cs typeface="Lexend Medium"/>
                <a:sym typeface="Lexend Medium"/>
              </a:defRPr>
            </a:lvl1pPr>
            <a:lvl2pPr marL="914400" lvl="1" indent="-285750">
              <a:spcBef>
                <a:spcPts val="800"/>
              </a:spcBef>
              <a:spcAft>
                <a:spcPts val="0"/>
              </a:spcAft>
              <a:buSzPts val="900"/>
              <a:buFont typeface="Lexend Medium"/>
              <a:buChar char="○"/>
              <a:defRPr sz="900">
                <a:latin typeface="Lexend Medium"/>
                <a:ea typeface="Lexend Medium"/>
                <a:cs typeface="Lexend Medium"/>
                <a:sym typeface="Lexend Medium"/>
              </a:defRPr>
            </a:lvl2pPr>
            <a:lvl3pPr marL="1371600" lvl="2" indent="-285750">
              <a:spcBef>
                <a:spcPts val="800"/>
              </a:spcBef>
              <a:spcAft>
                <a:spcPts val="0"/>
              </a:spcAft>
              <a:buSzPts val="900"/>
              <a:buFont typeface="Lexend Medium"/>
              <a:buChar char="■"/>
              <a:defRPr sz="900">
                <a:latin typeface="Lexend Medium"/>
                <a:ea typeface="Lexend Medium"/>
                <a:cs typeface="Lexend Medium"/>
                <a:sym typeface="Lexend Medium"/>
              </a:defRPr>
            </a:lvl3pPr>
            <a:lvl4pPr marL="1828800" lvl="3" indent="-285750">
              <a:spcBef>
                <a:spcPts val="800"/>
              </a:spcBef>
              <a:spcAft>
                <a:spcPts val="0"/>
              </a:spcAft>
              <a:buSzPts val="900"/>
              <a:buFont typeface="Lexend Medium"/>
              <a:buChar char="●"/>
              <a:defRPr sz="900">
                <a:latin typeface="Lexend Medium"/>
                <a:ea typeface="Lexend Medium"/>
                <a:cs typeface="Lexend Medium"/>
                <a:sym typeface="Lexend Medium"/>
              </a:defRPr>
            </a:lvl4pPr>
            <a:lvl5pPr marL="2286000" lvl="4" indent="-285750">
              <a:spcBef>
                <a:spcPts val="800"/>
              </a:spcBef>
              <a:spcAft>
                <a:spcPts val="0"/>
              </a:spcAft>
              <a:buSzPts val="900"/>
              <a:buFont typeface="Lexend Medium"/>
              <a:buChar char="○"/>
              <a:defRPr sz="900">
                <a:latin typeface="Lexend Medium"/>
                <a:ea typeface="Lexend Medium"/>
                <a:cs typeface="Lexend Medium"/>
                <a:sym typeface="Lexend Medium"/>
              </a:defRPr>
            </a:lvl5pPr>
            <a:lvl6pPr marL="2743200" lvl="5" indent="-285750">
              <a:spcBef>
                <a:spcPts val="800"/>
              </a:spcBef>
              <a:spcAft>
                <a:spcPts val="0"/>
              </a:spcAft>
              <a:buSzPts val="900"/>
              <a:buFont typeface="Lexend Medium"/>
              <a:buChar char="■"/>
              <a:defRPr sz="900">
                <a:latin typeface="Lexend Medium"/>
                <a:ea typeface="Lexend Medium"/>
                <a:cs typeface="Lexend Medium"/>
                <a:sym typeface="Lexend Medium"/>
              </a:defRPr>
            </a:lvl6pPr>
            <a:lvl7pPr marL="3200400" lvl="6" indent="-285750">
              <a:spcBef>
                <a:spcPts val="800"/>
              </a:spcBef>
              <a:spcAft>
                <a:spcPts val="0"/>
              </a:spcAft>
              <a:buSzPts val="900"/>
              <a:buFont typeface="Lexend Medium"/>
              <a:buChar char="●"/>
              <a:defRPr sz="900">
                <a:latin typeface="Lexend Medium"/>
                <a:ea typeface="Lexend Medium"/>
                <a:cs typeface="Lexend Medium"/>
                <a:sym typeface="Lexend Medium"/>
              </a:defRPr>
            </a:lvl7pPr>
            <a:lvl8pPr marL="3657600" lvl="7" indent="-285750">
              <a:spcBef>
                <a:spcPts val="800"/>
              </a:spcBef>
              <a:spcAft>
                <a:spcPts val="0"/>
              </a:spcAft>
              <a:buSzPts val="900"/>
              <a:buFont typeface="Lexend Medium"/>
              <a:buChar char="○"/>
              <a:defRPr sz="900">
                <a:latin typeface="Lexend Medium"/>
                <a:ea typeface="Lexend Medium"/>
                <a:cs typeface="Lexend Medium"/>
                <a:sym typeface="Lexend Medium"/>
              </a:defRPr>
            </a:lvl8pPr>
            <a:lvl9pPr marL="4114800" lvl="8" indent="-285750">
              <a:spcBef>
                <a:spcPts val="800"/>
              </a:spcBef>
              <a:spcAft>
                <a:spcPts val="800"/>
              </a:spcAft>
              <a:buSzPts val="900"/>
              <a:buFont typeface="Lexend Medium"/>
              <a:buChar char="■"/>
              <a:defRPr sz="9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pic>
        <p:nvPicPr>
          <p:cNvPr id="87" name="Google Shape;87;p2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0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89" name="Google Shape;89;p20"/>
          <p:cNvSpPr txBox="1"/>
          <p:nvPr>
            <p:ph type="body" idx="2"/>
          </p:nvPr>
        </p:nvSpPr>
        <p:spPr>
          <a:xfrm>
            <a:off x="903400" y="2775200"/>
            <a:ext cx="1619700" cy="13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lnSpc>
                <a:spcPct val="125000"/>
              </a:lnSpc>
              <a:spcBef>
                <a:spcPts val="500"/>
              </a:spcBef>
              <a:spcAft>
                <a:spcPts val="5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0" name="Google Shape;90;p20"/>
          <p:cNvSpPr/>
          <p:nvPr>
            <p:ph type="pic" idx="3"/>
          </p:nvPr>
        </p:nvSpPr>
        <p:spPr>
          <a:xfrm>
            <a:off x="1010389" y="1594349"/>
            <a:ext cx="307500" cy="30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1" name="Google Shape;91;p20"/>
          <p:cNvSpPr txBox="1"/>
          <p:nvPr>
            <p:ph type="subTitle" idx="4"/>
          </p:nvPr>
        </p:nvSpPr>
        <p:spPr>
          <a:xfrm>
            <a:off x="903400" y="2291075"/>
            <a:ext cx="1673400" cy="5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type="body" idx="5"/>
          </p:nvPr>
        </p:nvSpPr>
        <p:spPr>
          <a:xfrm>
            <a:off x="3529997" y="2075825"/>
            <a:ext cx="1471500" cy="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Font typeface="Lexend Medium"/>
              <a:buChar char="●"/>
              <a:defRPr sz="900">
                <a:latin typeface="Lexend Medium"/>
                <a:ea typeface="Lexend Medium"/>
                <a:cs typeface="Lexend Medium"/>
                <a:sym typeface="Lexend Medium"/>
              </a:defRPr>
            </a:lvl1pPr>
            <a:lvl2pPr marL="914400" lvl="1" indent="-285750">
              <a:spcBef>
                <a:spcPts val="800"/>
              </a:spcBef>
              <a:spcAft>
                <a:spcPts val="0"/>
              </a:spcAft>
              <a:buSzPts val="900"/>
              <a:buFont typeface="Lexend Medium"/>
              <a:buChar char="○"/>
              <a:defRPr sz="900">
                <a:latin typeface="Lexend Medium"/>
                <a:ea typeface="Lexend Medium"/>
                <a:cs typeface="Lexend Medium"/>
                <a:sym typeface="Lexend Medium"/>
              </a:defRPr>
            </a:lvl2pPr>
            <a:lvl3pPr marL="1371600" lvl="2" indent="-285750">
              <a:spcBef>
                <a:spcPts val="800"/>
              </a:spcBef>
              <a:spcAft>
                <a:spcPts val="0"/>
              </a:spcAft>
              <a:buSzPts val="900"/>
              <a:buFont typeface="Lexend Medium"/>
              <a:buChar char="■"/>
              <a:defRPr sz="900">
                <a:latin typeface="Lexend Medium"/>
                <a:ea typeface="Lexend Medium"/>
                <a:cs typeface="Lexend Medium"/>
                <a:sym typeface="Lexend Medium"/>
              </a:defRPr>
            </a:lvl3pPr>
            <a:lvl4pPr marL="1828800" lvl="3" indent="-285750">
              <a:spcBef>
                <a:spcPts val="800"/>
              </a:spcBef>
              <a:spcAft>
                <a:spcPts val="0"/>
              </a:spcAft>
              <a:buSzPts val="900"/>
              <a:buFont typeface="Lexend Medium"/>
              <a:buChar char="●"/>
              <a:defRPr sz="900">
                <a:latin typeface="Lexend Medium"/>
                <a:ea typeface="Lexend Medium"/>
                <a:cs typeface="Lexend Medium"/>
                <a:sym typeface="Lexend Medium"/>
              </a:defRPr>
            </a:lvl4pPr>
            <a:lvl5pPr marL="2286000" lvl="4" indent="-285750">
              <a:spcBef>
                <a:spcPts val="800"/>
              </a:spcBef>
              <a:spcAft>
                <a:spcPts val="0"/>
              </a:spcAft>
              <a:buSzPts val="900"/>
              <a:buFont typeface="Lexend Medium"/>
              <a:buChar char="○"/>
              <a:defRPr sz="900">
                <a:latin typeface="Lexend Medium"/>
                <a:ea typeface="Lexend Medium"/>
                <a:cs typeface="Lexend Medium"/>
                <a:sym typeface="Lexend Medium"/>
              </a:defRPr>
            </a:lvl5pPr>
            <a:lvl6pPr marL="2743200" lvl="5" indent="-285750">
              <a:spcBef>
                <a:spcPts val="800"/>
              </a:spcBef>
              <a:spcAft>
                <a:spcPts val="0"/>
              </a:spcAft>
              <a:buSzPts val="900"/>
              <a:buFont typeface="Lexend Medium"/>
              <a:buChar char="■"/>
              <a:defRPr sz="900">
                <a:latin typeface="Lexend Medium"/>
                <a:ea typeface="Lexend Medium"/>
                <a:cs typeface="Lexend Medium"/>
                <a:sym typeface="Lexend Medium"/>
              </a:defRPr>
            </a:lvl6pPr>
            <a:lvl7pPr marL="3200400" lvl="6" indent="-285750">
              <a:spcBef>
                <a:spcPts val="800"/>
              </a:spcBef>
              <a:spcAft>
                <a:spcPts val="0"/>
              </a:spcAft>
              <a:buSzPts val="900"/>
              <a:buFont typeface="Lexend Medium"/>
              <a:buChar char="●"/>
              <a:defRPr sz="900">
                <a:latin typeface="Lexend Medium"/>
                <a:ea typeface="Lexend Medium"/>
                <a:cs typeface="Lexend Medium"/>
                <a:sym typeface="Lexend Medium"/>
              </a:defRPr>
            </a:lvl7pPr>
            <a:lvl8pPr marL="3657600" lvl="7" indent="-285750">
              <a:spcBef>
                <a:spcPts val="800"/>
              </a:spcBef>
              <a:spcAft>
                <a:spcPts val="0"/>
              </a:spcAft>
              <a:buSzPts val="900"/>
              <a:buFont typeface="Lexend Medium"/>
              <a:buChar char="○"/>
              <a:defRPr sz="900">
                <a:latin typeface="Lexend Medium"/>
                <a:ea typeface="Lexend Medium"/>
                <a:cs typeface="Lexend Medium"/>
                <a:sym typeface="Lexend Medium"/>
              </a:defRPr>
            </a:lvl8pPr>
            <a:lvl9pPr marL="4114800" lvl="8" indent="-285750">
              <a:spcBef>
                <a:spcPts val="800"/>
              </a:spcBef>
              <a:spcAft>
                <a:spcPts val="800"/>
              </a:spcAft>
              <a:buSzPts val="900"/>
              <a:buFont typeface="Lexend Medium"/>
              <a:buChar char="■"/>
              <a:defRPr sz="9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93" name="Google Shape;93;p20"/>
          <p:cNvSpPr txBox="1"/>
          <p:nvPr>
            <p:ph type="body" idx="6"/>
          </p:nvPr>
        </p:nvSpPr>
        <p:spPr>
          <a:xfrm>
            <a:off x="3529999" y="2775200"/>
            <a:ext cx="1619700" cy="13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lnSpc>
                <a:spcPct val="125000"/>
              </a:lnSpc>
              <a:spcBef>
                <a:spcPts val="500"/>
              </a:spcBef>
              <a:spcAft>
                <a:spcPts val="5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4" name="Google Shape;94;p20"/>
          <p:cNvSpPr/>
          <p:nvPr>
            <p:ph type="pic" idx="7"/>
          </p:nvPr>
        </p:nvSpPr>
        <p:spPr>
          <a:xfrm>
            <a:off x="3636978" y="1594349"/>
            <a:ext cx="307500" cy="30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5" name="Google Shape;95;p20"/>
          <p:cNvSpPr txBox="1"/>
          <p:nvPr>
            <p:ph type="subTitle" idx="8"/>
          </p:nvPr>
        </p:nvSpPr>
        <p:spPr>
          <a:xfrm>
            <a:off x="3529998" y="2291075"/>
            <a:ext cx="1525200" cy="5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type="body" idx="9"/>
          </p:nvPr>
        </p:nvSpPr>
        <p:spPr>
          <a:xfrm>
            <a:off x="6179099" y="2075825"/>
            <a:ext cx="1471500" cy="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Font typeface="Lexend Medium"/>
              <a:buChar char="●"/>
              <a:defRPr sz="900">
                <a:latin typeface="Lexend Medium"/>
                <a:ea typeface="Lexend Medium"/>
                <a:cs typeface="Lexend Medium"/>
                <a:sym typeface="Lexend Medium"/>
              </a:defRPr>
            </a:lvl1pPr>
            <a:lvl2pPr marL="914400" lvl="1" indent="-285750">
              <a:spcBef>
                <a:spcPts val="800"/>
              </a:spcBef>
              <a:spcAft>
                <a:spcPts val="0"/>
              </a:spcAft>
              <a:buSzPts val="900"/>
              <a:buFont typeface="Lexend Medium"/>
              <a:buChar char="○"/>
              <a:defRPr sz="900">
                <a:latin typeface="Lexend Medium"/>
                <a:ea typeface="Lexend Medium"/>
                <a:cs typeface="Lexend Medium"/>
                <a:sym typeface="Lexend Medium"/>
              </a:defRPr>
            </a:lvl2pPr>
            <a:lvl3pPr marL="1371600" lvl="2" indent="-285750">
              <a:spcBef>
                <a:spcPts val="800"/>
              </a:spcBef>
              <a:spcAft>
                <a:spcPts val="0"/>
              </a:spcAft>
              <a:buSzPts val="900"/>
              <a:buFont typeface="Lexend Medium"/>
              <a:buChar char="■"/>
              <a:defRPr sz="900">
                <a:latin typeface="Lexend Medium"/>
                <a:ea typeface="Lexend Medium"/>
                <a:cs typeface="Lexend Medium"/>
                <a:sym typeface="Lexend Medium"/>
              </a:defRPr>
            </a:lvl3pPr>
            <a:lvl4pPr marL="1828800" lvl="3" indent="-285750">
              <a:spcBef>
                <a:spcPts val="800"/>
              </a:spcBef>
              <a:spcAft>
                <a:spcPts val="0"/>
              </a:spcAft>
              <a:buSzPts val="900"/>
              <a:buFont typeface="Lexend Medium"/>
              <a:buChar char="●"/>
              <a:defRPr sz="900">
                <a:latin typeface="Lexend Medium"/>
                <a:ea typeface="Lexend Medium"/>
                <a:cs typeface="Lexend Medium"/>
                <a:sym typeface="Lexend Medium"/>
              </a:defRPr>
            </a:lvl4pPr>
            <a:lvl5pPr marL="2286000" lvl="4" indent="-285750">
              <a:spcBef>
                <a:spcPts val="800"/>
              </a:spcBef>
              <a:spcAft>
                <a:spcPts val="0"/>
              </a:spcAft>
              <a:buSzPts val="900"/>
              <a:buFont typeface="Lexend Medium"/>
              <a:buChar char="○"/>
              <a:defRPr sz="900">
                <a:latin typeface="Lexend Medium"/>
                <a:ea typeface="Lexend Medium"/>
                <a:cs typeface="Lexend Medium"/>
                <a:sym typeface="Lexend Medium"/>
              </a:defRPr>
            </a:lvl5pPr>
            <a:lvl6pPr marL="2743200" lvl="5" indent="-285750">
              <a:spcBef>
                <a:spcPts val="800"/>
              </a:spcBef>
              <a:spcAft>
                <a:spcPts val="0"/>
              </a:spcAft>
              <a:buSzPts val="900"/>
              <a:buFont typeface="Lexend Medium"/>
              <a:buChar char="■"/>
              <a:defRPr sz="900">
                <a:latin typeface="Lexend Medium"/>
                <a:ea typeface="Lexend Medium"/>
                <a:cs typeface="Lexend Medium"/>
                <a:sym typeface="Lexend Medium"/>
              </a:defRPr>
            </a:lvl6pPr>
            <a:lvl7pPr marL="3200400" lvl="6" indent="-285750">
              <a:spcBef>
                <a:spcPts val="800"/>
              </a:spcBef>
              <a:spcAft>
                <a:spcPts val="0"/>
              </a:spcAft>
              <a:buSzPts val="900"/>
              <a:buFont typeface="Lexend Medium"/>
              <a:buChar char="●"/>
              <a:defRPr sz="900">
                <a:latin typeface="Lexend Medium"/>
                <a:ea typeface="Lexend Medium"/>
                <a:cs typeface="Lexend Medium"/>
                <a:sym typeface="Lexend Medium"/>
              </a:defRPr>
            </a:lvl7pPr>
            <a:lvl8pPr marL="3657600" lvl="7" indent="-285750">
              <a:spcBef>
                <a:spcPts val="800"/>
              </a:spcBef>
              <a:spcAft>
                <a:spcPts val="0"/>
              </a:spcAft>
              <a:buSzPts val="900"/>
              <a:buFont typeface="Lexend Medium"/>
              <a:buChar char="○"/>
              <a:defRPr sz="900">
                <a:latin typeface="Lexend Medium"/>
                <a:ea typeface="Lexend Medium"/>
                <a:cs typeface="Lexend Medium"/>
                <a:sym typeface="Lexend Medium"/>
              </a:defRPr>
            </a:lvl8pPr>
            <a:lvl9pPr marL="4114800" lvl="8" indent="-285750">
              <a:spcBef>
                <a:spcPts val="800"/>
              </a:spcBef>
              <a:spcAft>
                <a:spcPts val="800"/>
              </a:spcAft>
              <a:buSzPts val="900"/>
              <a:buFont typeface="Lexend Medium"/>
              <a:buChar char="■"/>
              <a:defRPr sz="9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type="body" idx="13"/>
          </p:nvPr>
        </p:nvSpPr>
        <p:spPr>
          <a:xfrm>
            <a:off x="6179099" y="2775200"/>
            <a:ext cx="1525200" cy="13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lnSpc>
                <a:spcPct val="125000"/>
              </a:lnSpc>
              <a:spcBef>
                <a:spcPts val="500"/>
              </a:spcBef>
              <a:spcAft>
                <a:spcPts val="5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98" name="Google Shape;98;p20"/>
          <p:cNvSpPr/>
          <p:nvPr>
            <p:ph type="pic" idx="14"/>
          </p:nvPr>
        </p:nvSpPr>
        <p:spPr>
          <a:xfrm>
            <a:off x="6286083" y="1594349"/>
            <a:ext cx="307500" cy="307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9" name="Google Shape;99;p20"/>
          <p:cNvSpPr txBox="1"/>
          <p:nvPr>
            <p:ph type="subTitle" idx="15"/>
          </p:nvPr>
        </p:nvSpPr>
        <p:spPr>
          <a:xfrm>
            <a:off x="6179099" y="2291075"/>
            <a:ext cx="1525200" cy="5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 - Short Title">
  <p:cSld name="TITLE_AND_BODY_8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392638" y="3378753"/>
            <a:ext cx="43743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2" name="Google Shape;102;p21"/>
          <p:cNvSpPr txBox="1"/>
          <p:nvPr>
            <p:ph type="subTitle" idx="1"/>
          </p:nvPr>
        </p:nvSpPr>
        <p:spPr>
          <a:xfrm>
            <a:off x="3392488" y="3935797"/>
            <a:ext cx="4374300" cy="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 sz="1400">
                <a:solidFill>
                  <a:schemeClr val="accent5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03" name="Google Shape;103;p21"/>
          <p:cNvSpPr txBox="1"/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 - Medium Title">
  <p:cSld name="TITLE_AND_BODY_8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2879000" y="3378753"/>
            <a:ext cx="53907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6" name="Google Shape;106;p22"/>
          <p:cNvSpPr txBox="1"/>
          <p:nvPr>
            <p:ph type="subTitle" idx="1"/>
          </p:nvPr>
        </p:nvSpPr>
        <p:spPr>
          <a:xfrm>
            <a:off x="2879000" y="3935791"/>
            <a:ext cx="5390700" cy="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 sz="1400">
                <a:solidFill>
                  <a:schemeClr val="accent5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07" name="Google Shape;107;p22"/>
          <p:cNvSpPr txBox="1"/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 - Long Title">
  <p:cSld name="TITLE_AND_BODY_8_1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/>
          <p:nvPr>
            <p:ph type="title"/>
          </p:nvPr>
        </p:nvSpPr>
        <p:spPr>
          <a:xfrm>
            <a:off x="2498000" y="3378753"/>
            <a:ext cx="62010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0" name="Google Shape;110;p23"/>
          <p:cNvSpPr txBox="1"/>
          <p:nvPr>
            <p:ph type="subTitle" idx="1"/>
          </p:nvPr>
        </p:nvSpPr>
        <p:spPr>
          <a:xfrm>
            <a:off x="2498000" y="3935791"/>
            <a:ext cx="6201000" cy="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 sz="1400">
                <a:solidFill>
                  <a:schemeClr val="accent5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11" name="Google Shape;111;p23"/>
          <p:cNvSpPr txBox="1"/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 - Long Title 2 Logos">
  <p:cSld name="TITLE_AND_BODY_8_1_1_1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/>
          <p:nvPr>
            <p:ph type="title"/>
          </p:nvPr>
        </p:nvSpPr>
        <p:spPr>
          <a:xfrm>
            <a:off x="3483977" y="3378750"/>
            <a:ext cx="53484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exend Light"/>
              <a:buNone/>
              <a:defRPr sz="36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4" name="Google Shape;114;p24"/>
          <p:cNvSpPr txBox="1"/>
          <p:nvPr>
            <p:ph type="subTitle" idx="1"/>
          </p:nvPr>
        </p:nvSpPr>
        <p:spPr>
          <a:xfrm>
            <a:off x="3483977" y="3935794"/>
            <a:ext cx="5348400" cy="4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 sz="1400">
                <a:solidFill>
                  <a:schemeClr val="accent5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800"/>
              </a:spcBef>
              <a:spcAft>
                <a:spcPts val="8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15" name="Google Shape;115;p24"/>
          <p:cNvSpPr txBox="1"/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"/>
          <p:cNvSpPr txBox="1"/>
          <p:nvPr>
            <p:ph type="title"/>
          </p:nvPr>
        </p:nvSpPr>
        <p:spPr>
          <a:xfrm>
            <a:off x="217606" y="445025"/>
            <a:ext cx="85206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" name="Google Shape;118;p25"/>
          <p:cNvSpPr txBox="1"/>
          <p:nvPr>
            <p:ph type="body" idx="1"/>
          </p:nvPr>
        </p:nvSpPr>
        <p:spPr>
          <a:xfrm>
            <a:off x="217606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119" name="Google Shape;119;p2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buSzPts val="1000"/>
              <a:buChar char="■"/>
              <a:defRPr sz="1000"/>
            </a:lvl9pPr>
          </a:lstStyle>
          <a:p/>
        </p:txBody>
      </p:sp>
      <p:pic>
        <p:nvPicPr>
          <p:cNvPr id="120" name="Google Shape;120;p2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5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small columns">
  <p:cSld name="TITLE_AND_TWO_COLUMNS_2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6"/>
          <p:cNvSpPr txBox="1"/>
          <p:nvPr>
            <p:ph type="title"/>
          </p:nvPr>
        </p:nvSpPr>
        <p:spPr>
          <a:xfrm>
            <a:off x="222225" y="301575"/>
            <a:ext cx="25611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" name="Google Shape;124;p26"/>
          <p:cNvSpPr txBox="1"/>
          <p:nvPr>
            <p:ph type="body" idx="1"/>
          </p:nvPr>
        </p:nvSpPr>
        <p:spPr>
          <a:xfrm>
            <a:off x="2753175" y="367953"/>
            <a:ext cx="2883600" cy="82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25" name="Google Shape;125;p26"/>
          <p:cNvSpPr txBox="1"/>
          <p:nvPr>
            <p:ph type="body" idx="2"/>
          </p:nvPr>
        </p:nvSpPr>
        <p:spPr>
          <a:xfrm>
            <a:off x="5846550" y="367953"/>
            <a:ext cx="2883600" cy="82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800"/>
              <a:buChar char="■"/>
              <a:defRPr sz="800"/>
            </a:lvl9pPr>
          </a:lstStyle>
          <a:p/>
        </p:txBody>
      </p:sp>
      <p:pic>
        <p:nvPicPr>
          <p:cNvPr id="126" name="Google Shape;126;p2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6"/>
          <p:cNvSpPr/>
          <p:nvPr>
            <p:ph type="pic" idx="3"/>
          </p:nvPr>
        </p:nvSpPr>
        <p:spPr>
          <a:xfrm>
            <a:off x="679984" y="2120469"/>
            <a:ext cx="7784100" cy="22638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6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TITLE_AND_TWO_COLUMNS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type="title"/>
          </p:nvPr>
        </p:nvSpPr>
        <p:spPr>
          <a:xfrm>
            <a:off x="311700" y="340747"/>
            <a:ext cx="85206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Light"/>
              <a:buNone/>
              <a:defRPr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Light"/>
              <a:buNone/>
              <a:defRPr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Light"/>
              <a:buNone/>
              <a:defRPr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Light"/>
              <a:buNone/>
              <a:defRPr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Light"/>
              <a:buNone/>
              <a:defRPr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Light"/>
              <a:buNone/>
              <a:defRPr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Light"/>
              <a:buNone/>
              <a:defRPr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Light"/>
              <a:buNone/>
              <a:defRPr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pic>
        <p:nvPicPr>
          <p:cNvPr id="131" name="Google Shape;131;p2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7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ive - 4 Columns">
  <p:cSld name="TITLE_AND_TWO_COLUMNS_1_3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8"/>
          <p:cNvSpPr txBox="1"/>
          <p:nvPr>
            <p:ph type="title"/>
          </p:nvPr>
        </p:nvSpPr>
        <p:spPr>
          <a:xfrm>
            <a:off x="207425" y="285475"/>
            <a:ext cx="17637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 Light"/>
              <a:buNone/>
              <a:defRPr sz="24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 Light"/>
              <a:buNone/>
              <a:defRPr sz="24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 Light"/>
              <a:buNone/>
              <a:defRPr sz="24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 Light"/>
              <a:buNone/>
              <a:defRPr sz="24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 Light"/>
              <a:buNone/>
              <a:defRPr sz="24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 Light"/>
              <a:buNone/>
              <a:defRPr sz="24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 Light"/>
              <a:buNone/>
              <a:defRPr sz="24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 Light"/>
              <a:buNone/>
              <a:defRPr sz="24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pic>
        <p:nvPicPr>
          <p:cNvPr id="135" name="Google Shape;135;p2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8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37" name="Google Shape;137;p28"/>
          <p:cNvSpPr txBox="1"/>
          <p:nvPr>
            <p:ph type="body" idx="1"/>
          </p:nvPr>
        </p:nvSpPr>
        <p:spPr>
          <a:xfrm>
            <a:off x="266700" y="1885950"/>
            <a:ext cx="1647900" cy="249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○"/>
              <a:defRPr sz="1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■"/>
              <a:defRPr sz="1200"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●"/>
              <a:defRPr sz="1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○"/>
              <a:defRPr sz="1200"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■"/>
              <a:defRPr sz="12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●"/>
              <a:defRPr sz="1200"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○"/>
              <a:defRPr sz="1200"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Lexend"/>
              <a:buChar char="■"/>
              <a:defRPr sz="12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28"/>
          <p:cNvSpPr txBox="1"/>
          <p:nvPr>
            <p:ph type="body" idx="2"/>
          </p:nvPr>
        </p:nvSpPr>
        <p:spPr>
          <a:xfrm>
            <a:off x="2514600" y="1885950"/>
            <a:ext cx="1647900" cy="249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○"/>
              <a:defRPr sz="1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■"/>
              <a:defRPr sz="1200"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●"/>
              <a:defRPr sz="1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○"/>
              <a:defRPr sz="1200"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■"/>
              <a:defRPr sz="12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●"/>
              <a:defRPr sz="1200"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○"/>
              <a:defRPr sz="1200"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Lexend"/>
              <a:buChar char="■"/>
              <a:defRPr sz="12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28"/>
          <p:cNvSpPr txBox="1"/>
          <p:nvPr>
            <p:ph type="body" idx="3"/>
          </p:nvPr>
        </p:nvSpPr>
        <p:spPr>
          <a:xfrm>
            <a:off x="4819650" y="1885950"/>
            <a:ext cx="1647900" cy="249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○"/>
              <a:defRPr sz="1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■"/>
              <a:defRPr sz="1200"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●"/>
              <a:defRPr sz="1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○"/>
              <a:defRPr sz="1200"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■"/>
              <a:defRPr sz="12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●"/>
              <a:defRPr sz="1200"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○"/>
              <a:defRPr sz="1200"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Lexend"/>
              <a:buChar char="■"/>
              <a:defRPr sz="12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28"/>
          <p:cNvSpPr txBox="1"/>
          <p:nvPr>
            <p:ph type="body" idx="4"/>
          </p:nvPr>
        </p:nvSpPr>
        <p:spPr>
          <a:xfrm>
            <a:off x="7048500" y="1885950"/>
            <a:ext cx="1647900" cy="249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●"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○"/>
              <a:defRPr sz="1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■"/>
              <a:defRPr sz="1200"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●"/>
              <a:defRPr sz="1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○"/>
              <a:defRPr sz="1200"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■"/>
              <a:defRPr sz="12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●"/>
              <a:defRPr sz="1200"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"/>
              <a:buChar char="○"/>
              <a:defRPr sz="1200"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Lexend"/>
              <a:buChar char="■"/>
              <a:defRPr sz="12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Mission ">
  <p:cSld name="TITLE_AND_TWO_COLUMNS_1_2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 txBox="1"/>
          <p:nvPr>
            <p:ph type="title"/>
          </p:nvPr>
        </p:nvSpPr>
        <p:spPr>
          <a:xfrm>
            <a:off x="311700" y="1591047"/>
            <a:ext cx="85206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exend Light"/>
              <a:buNone/>
              <a:defRPr sz="3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exend Light"/>
              <a:buNone/>
              <a:defRPr sz="3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exend Light"/>
              <a:buNone/>
              <a:defRPr sz="3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exend Light"/>
              <a:buNone/>
              <a:defRPr sz="3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exend Light"/>
              <a:buNone/>
              <a:defRPr sz="3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exend Light"/>
              <a:buNone/>
              <a:defRPr sz="3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exend Light"/>
              <a:buNone/>
              <a:defRPr sz="3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exend Light"/>
              <a:buNone/>
              <a:defRPr sz="3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pic>
        <p:nvPicPr>
          <p:cNvPr id="143" name="Google Shape;143;p2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9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45" name="Google Shape;145;p29"/>
          <p:cNvSpPr txBox="1"/>
          <p:nvPr>
            <p:ph type="body" idx="1"/>
          </p:nvPr>
        </p:nvSpPr>
        <p:spPr>
          <a:xfrm>
            <a:off x="2033325" y="2393400"/>
            <a:ext cx="5077500" cy="167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Mission &amp; Our Role">
  <p:cSld name="TITLE_AND_TWO_COLUMNS_1_2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0"/>
          <p:cNvSpPr txBox="1"/>
          <p:nvPr>
            <p:ph type="title"/>
          </p:nvPr>
        </p:nvSpPr>
        <p:spPr>
          <a:xfrm>
            <a:off x="635550" y="808575"/>
            <a:ext cx="34698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exend Light"/>
              <a:buNone/>
              <a:defRPr sz="24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exend Light"/>
              <a:buNone/>
              <a:defRPr sz="24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exend Light"/>
              <a:buNone/>
              <a:defRPr sz="24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exend Light"/>
              <a:buNone/>
              <a:defRPr sz="24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exend Light"/>
              <a:buNone/>
              <a:defRPr sz="24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exend Light"/>
              <a:buNone/>
              <a:defRPr sz="24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exend Light"/>
              <a:buNone/>
              <a:defRPr sz="24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exend Light"/>
              <a:buNone/>
              <a:defRPr sz="24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pic>
        <p:nvPicPr>
          <p:cNvPr id="148" name="Google Shape;148;p3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0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50" name="Google Shape;150;p30"/>
          <p:cNvSpPr txBox="1"/>
          <p:nvPr>
            <p:ph type="body" idx="1"/>
          </p:nvPr>
        </p:nvSpPr>
        <p:spPr>
          <a:xfrm>
            <a:off x="652125" y="1583775"/>
            <a:ext cx="3862800" cy="31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51" name="Google Shape;151;p30"/>
          <p:cNvSpPr txBox="1"/>
          <p:nvPr>
            <p:ph type="title" idx="2"/>
          </p:nvPr>
        </p:nvSpPr>
        <p:spPr>
          <a:xfrm>
            <a:off x="5379000" y="808575"/>
            <a:ext cx="29172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exend Light"/>
              <a:buNone/>
              <a:defRPr sz="24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exend Light"/>
              <a:buNone/>
              <a:defRPr sz="24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exend Light"/>
              <a:buNone/>
              <a:defRPr sz="24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exend Light"/>
              <a:buNone/>
              <a:defRPr sz="24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exend Light"/>
              <a:buNone/>
              <a:defRPr sz="24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exend Light"/>
              <a:buNone/>
              <a:defRPr sz="24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exend Light"/>
              <a:buNone/>
              <a:defRPr sz="24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Lexend Light"/>
              <a:buNone/>
              <a:defRPr sz="24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2" name="Google Shape;152;p30"/>
          <p:cNvSpPr txBox="1"/>
          <p:nvPr>
            <p:ph type="body" idx="3"/>
          </p:nvPr>
        </p:nvSpPr>
        <p:spPr>
          <a:xfrm>
            <a:off x="5395500" y="1583775"/>
            <a:ext cx="3862800" cy="31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with 2 column data callout">
  <p:cSld name="TITLE_AND_TWO_COLUMNS_1_1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1"/>
          <p:cNvSpPr txBox="1"/>
          <p:nvPr>
            <p:ph type="title"/>
          </p:nvPr>
        </p:nvSpPr>
        <p:spPr>
          <a:xfrm>
            <a:off x="642847" y="1834923"/>
            <a:ext cx="4056300" cy="1356300"/>
          </a:xfrm>
          <a:prstGeom prst="rect">
            <a:avLst/>
          </a:prstGeom>
          <a:effectLst>
            <a:outerShdw dist="57150" dir="2700000" algn="bl" rotWithShape="0">
              <a:schemeClr val="dk2"/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Font typeface="Lexend"/>
              <a:buNone/>
              <a:defRPr sz="9600" b="1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5" name="Google Shape;155;p31"/>
          <p:cNvSpPr txBox="1"/>
          <p:nvPr>
            <p:ph type="title" idx="2"/>
          </p:nvPr>
        </p:nvSpPr>
        <p:spPr>
          <a:xfrm>
            <a:off x="311700" y="340747"/>
            <a:ext cx="85206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Light"/>
              <a:buNone/>
              <a:defRPr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Light"/>
              <a:buNone/>
              <a:defRPr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Light"/>
              <a:buNone/>
              <a:defRPr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Light"/>
              <a:buNone/>
              <a:defRPr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Light"/>
              <a:buNone/>
              <a:defRPr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Light"/>
              <a:buNone/>
              <a:defRPr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Light"/>
              <a:buNone/>
              <a:defRPr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Light"/>
              <a:buNone/>
              <a:defRPr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6" name="Google Shape;156;p31"/>
          <p:cNvSpPr txBox="1"/>
          <p:nvPr>
            <p:ph type="body" idx="1"/>
          </p:nvPr>
        </p:nvSpPr>
        <p:spPr>
          <a:xfrm>
            <a:off x="1170697" y="3380575"/>
            <a:ext cx="3000600" cy="10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1pPr>
            <a:lvl2pPr marL="914400" lvl="1" indent="-292100" algn="ct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 algn="ct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 algn="ct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 algn="ct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 algn="ct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 algn="ct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 algn="ct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 algn="ctr">
              <a:lnSpc>
                <a:spcPct val="125000"/>
              </a:lnSpc>
              <a:spcBef>
                <a:spcPts val="1200"/>
              </a:spcBef>
              <a:spcAft>
                <a:spcPts val="120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pic>
        <p:nvPicPr>
          <p:cNvPr id="157" name="Google Shape;157;p3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1"/>
          <p:cNvSpPr txBox="1"/>
          <p:nvPr>
            <p:ph type="title" idx="3"/>
          </p:nvPr>
        </p:nvSpPr>
        <p:spPr>
          <a:xfrm>
            <a:off x="4439277" y="1834923"/>
            <a:ext cx="4056300" cy="1356300"/>
          </a:xfrm>
          <a:prstGeom prst="rect">
            <a:avLst/>
          </a:prstGeom>
          <a:effectLst>
            <a:outerShdw dist="57150" dir="2700000" algn="bl" rotWithShape="0">
              <a:schemeClr val="dk2"/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Font typeface="Lexend"/>
              <a:buNone/>
              <a:defRPr sz="9600" b="1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9" name="Google Shape;159;p31"/>
          <p:cNvSpPr txBox="1"/>
          <p:nvPr>
            <p:ph type="body" idx="4"/>
          </p:nvPr>
        </p:nvSpPr>
        <p:spPr>
          <a:xfrm>
            <a:off x="4967127" y="3380575"/>
            <a:ext cx="3000600" cy="102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1pPr>
            <a:lvl2pPr marL="914400" lvl="1" indent="-292100" algn="ct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 algn="ct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 algn="ct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 algn="ct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 algn="ct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 algn="ct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 algn="ctr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 algn="ctr">
              <a:lnSpc>
                <a:spcPct val="125000"/>
              </a:lnSpc>
              <a:spcBef>
                <a:spcPts val="1200"/>
              </a:spcBef>
              <a:spcAft>
                <a:spcPts val="120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0" name="Google Shape;160;p31"/>
          <p:cNvSpPr txBox="1"/>
          <p:nvPr>
            <p:ph type="body" idx="5"/>
          </p:nvPr>
        </p:nvSpPr>
        <p:spPr>
          <a:xfrm>
            <a:off x="3636278" y="4727387"/>
            <a:ext cx="1861800" cy="2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marL="914400" lvl="1" indent="-330200" algn="ctr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61" name="Google Shape;161;p31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/>
          <p:cNvSpPr txBox="1"/>
          <p:nvPr>
            <p:ph type="title"/>
          </p:nvPr>
        </p:nvSpPr>
        <p:spPr>
          <a:xfrm>
            <a:off x="293806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4" name="Google Shape;164;p32"/>
          <p:cNvSpPr txBox="1"/>
          <p:nvPr>
            <p:ph type="body" idx="1"/>
          </p:nvPr>
        </p:nvSpPr>
        <p:spPr>
          <a:xfrm>
            <a:off x="311700" y="1389600"/>
            <a:ext cx="50775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9pPr>
          </a:lstStyle>
          <a:p/>
        </p:txBody>
      </p:sp>
      <p:pic>
        <p:nvPicPr>
          <p:cNvPr id="165" name="Google Shape;165;p3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2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 Hero">
  <p:cSld name="SECTION_TITLE_AND_DESCRIPTION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3"/>
          <p:cNvSpPr txBox="1"/>
          <p:nvPr>
            <p:ph type="body" idx="1"/>
          </p:nvPr>
        </p:nvSpPr>
        <p:spPr>
          <a:xfrm>
            <a:off x="6029786" y="1279736"/>
            <a:ext cx="2691900" cy="32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900"/>
              <a:buChar char="●"/>
              <a:defRPr sz="900">
                <a:solidFill>
                  <a:schemeClr val="lt2"/>
                </a:solidFill>
              </a:defRPr>
            </a:lvl1pPr>
            <a:lvl2pPr marL="914400" lvl="1" indent="-28575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900"/>
              <a:buChar char="○"/>
              <a:defRPr sz="900">
                <a:solidFill>
                  <a:schemeClr val="lt2"/>
                </a:solidFill>
              </a:defRPr>
            </a:lvl2pPr>
            <a:lvl3pPr marL="1371600" lvl="2" indent="-28575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900"/>
              <a:buChar char="■"/>
              <a:defRPr sz="900">
                <a:solidFill>
                  <a:schemeClr val="lt2"/>
                </a:solidFill>
              </a:defRPr>
            </a:lvl3pPr>
            <a:lvl4pPr marL="1828800" lvl="3" indent="-28575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900"/>
              <a:buChar char="●"/>
              <a:defRPr sz="900">
                <a:solidFill>
                  <a:schemeClr val="lt2"/>
                </a:solidFill>
              </a:defRPr>
            </a:lvl4pPr>
            <a:lvl5pPr marL="2286000" lvl="4" indent="-28575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900"/>
              <a:buChar char="○"/>
              <a:defRPr sz="900">
                <a:solidFill>
                  <a:schemeClr val="lt2"/>
                </a:solidFill>
              </a:defRPr>
            </a:lvl5pPr>
            <a:lvl6pPr marL="2743200" lvl="5" indent="-28575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900"/>
              <a:buChar char="■"/>
              <a:defRPr sz="900">
                <a:solidFill>
                  <a:schemeClr val="lt2"/>
                </a:solidFill>
              </a:defRPr>
            </a:lvl6pPr>
            <a:lvl7pPr marL="3200400" lvl="6" indent="-28575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900"/>
              <a:buChar char="●"/>
              <a:defRPr sz="900">
                <a:solidFill>
                  <a:schemeClr val="lt2"/>
                </a:solidFill>
              </a:defRPr>
            </a:lvl7pPr>
            <a:lvl8pPr marL="3657600" lvl="7" indent="-28575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900"/>
              <a:buChar char="○"/>
              <a:defRPr sz="900">
                <a:solidFill>
                  <a:schemeClr val="lt2"/>
                </a:solidFill>
              </a:defRPr>
            </a:lvl8pPr>
            <a:lvl9pPr marL="4114800" lvl="8" indent="-285750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buClr>
                <a:schemeClr val="lt2"/>
              </a:buClr>
              <a:buSzPts val="900"/>
              <a:buChar char="■"/>
              <a:defRPr sz="9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9" name="Google Shape;169;p33"/>
          <p:cNvSpPr txBox="1"/>
          <p:nvPr>
            <p:ph type="title"/>
          </p:nvPr>
        </p:nvSpPr>
        <p:spPr>
          <a:xfrm>
            <a:off x="312849" y="298681"/>
            <a:ext cx="3963900" cy="11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0" name="Google Shape;170;p33"/>
          <p:cNvSpPr txBox="1"/>
          <p:nvPr>
            <p:ph type="subTitle" idx="2"/>
          </p:nvPr>
        </p:nvSpPr>
        <p:spPr>
          <a:xfrm>
            <a:off x="328586" y="134364"/>
            <a:ext cx="2066700" cy="3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"/>
              <a:buNone/>
              <a:defRPr sz="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"/>
              <a:buNone/>
              <a:defRPr sz="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"/>
              <a:buNone/>
              <a:defRPr sz="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"/>
              <a:buNone/>
              <a:defRPr sz="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"/>
              <a:buNone/>
              <a:defRPr sz="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"/>
              <a:buNone/>
              <a:defRPr sz="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"/>
              <a:buNone/>
              <a:defRPr sz="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"/>
              <a:buNone/>
              <a:defRPr sz="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5"/>
              </a:buClr>
              <a:buSzPts val="800"/>
              <a:buFont typeface="Lexend"/>
              <a:buNone/>
              <a:defRPr sz="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1" name="Google Shape;171;p33"/>
          <p:cNvSpPr txBox="1"/>
          <p:nvPr>
            <p:ph type="subTitle" idx="3"/>
          </p:nvPr>
        </p:nvSpPr>
        <p:spPr>
          <a:xfrm rot="-5400000">
            <a:off x="4677411" y="2326110"/>
            <a:ext cx="2426100" cy="3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Lexend"/>
              <a:buNone/>
              <a:defRPr sz="10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Lexend"/>
              <a:buNone/>
              <a:defRPr sz="8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Lexend"/>
              <a:buNone/>
              <a:defRPr sz="8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Lexend"/>
              <a:buNone/>
              <a:defRPr sz="8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Lexend"/>
              <a:buNone/>
              <a:defRPr sz="8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Lexend"/>
              <a:buNone/>
              <a:defRPr sz="8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Lexend"/>
              <a:buNone/>
              <a:defRPr sz="8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Lexend"/>
              <a:buNone/>
              <a:defRPr sz="8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800"/>
              <a:buFont typeface="Lexend"/>
              <a:buNone/>
              <a:defRPr sz="8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2" name="Google Shape;172;p33"/>
          <p:cNvSpPr/>
          <p:nvPr>
            <p:ph type="pic" idx="4"/>
          </p:nvPr>
        </p:nvSpPr>
        <p:spPr>
          <a:xfrm>
            <a:off x="318206" y="1392891"/>
            <a:ext cx="5166300" cy="31260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33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 Mobile Hero">
  <p:cSld name="SECTION_TITLE_AND_DESCRIPTION_3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4"/>
          <p:cNvSpPr txBox="1"/>
          <p:nvPr>
            <p:ph type="body" idx="1"/>
          </p:nvPr>
        </p:nvSpPr>
        <p:spPr>
          <a:xfrm>
            <a:off x="5267775" y="960525"/>
            <a:ext cx="3445800" cy="35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900"/>
              <a:buChar char="●"/>
              <a:defRPr sz="900">
                <a:solidFill>
                  <a:schemeClr val="lt2"/>
                </a:solidFill>
              </a:defRPr>
            </a:lvl1pPr>
            <a:lvl2pPr marL="914400" lvl="1" indent="-28575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900"/>
              <a:buChar char="○"/>
              <a:defRPr sz="900">
                <a:solidFill>
                  <a:schemeClr val="lt2"/>
                </a:solidFill>
              </a:defRPr>
            </a:lvl2pPr>
            <a:lvl3pPr marL="1371600" lvl="2" indent="-28575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900"/>
              <a:buChar char="■"/>
              <a:defRPr sz="900">
                <a:solidFill>
                  <a:schemeClr val="lt2"/>
                </a:solidFill>
              </a:defRPr>
            </a:lvl3pPr>
            <a:lvl4pPr marL="1828800" lvl="3" indent="-28575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900"/>
              <a:buChar char="●"/>
              <a:defRPr sz="900">
                <a:solidFill>
                  <a:schemeClr val="lt2"/>
                </a:solidFill>
              </a:defRPr>
            </a:lvl4pPr>
            <a:lvl5pPr marL="2286000" lvl="4" indent="-28575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900"/>
              <a:buChar char="○"/>
              <a:defRPr sz="900">
                <a:solidFill>
                  <a:schemeClr val="lt2"/>
                </a:solidFill>
              </a:defRPr>
            </a:lvl5pPr>
            <a:lvl6pPr marL="2743200" lvl="5" indent="-28575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900"/>
              <a:buChar char="■"/>
              <a:defRPr sz="900">
                <a:solidFill>
                  <a:schemeClr val="lt2"/>
                </a:solidFill>
              </a:defRPr>
            </a:lvl6pPr>
            <a:lvl7pPr marL="3200400" lvl="6" indent="-28575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900"/>
              <a:buChar char="●"/>
              <a:defRPr sz="900">
                <a:solidFill>
                  <a:schemeClr val="lt2"/>
                </a:solidFill>
              </a:defRPr>
            </a:lvl7pPr>
            <a:lvl8pPr marL="3657600" lvl="7" indent="-28575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900"/>
              <a:buChar char="○"/>
              <a:defRPr sz="900">
                <a:solidFill>
                  <a:schemeClr val="lt2"/>
                </a:solidFill>
              </a:defRPr>
            </a:lvl8pPr>
            <a:lvl9pPr marL="4114800" lvl="8" indent="-285750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buClr>
                <a:schemeClr val="lt2"/>
              </a:buClr>
              <a:buSzPts val="900"/>
              <a:buChar char="■"/>
              <a:defRPr sz="9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6" name="Google Shape;176;p34"/>
          <p:cNvSpPr txBox="1"/>
          <p:nvPr>
            <p:ph type="title"/>
          </p:nvPr>
        </p:nvSpPr>
        <p:spPr>
          <a:xfrm>
            <a:off x="312850" y="298676"/>
            <a:ext cx="4057800" cy="8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7" name="Google Shape;177;p34"/>
          <p:cNvSpPr txBox="1"/>
          <p:nvPr>
            <p:ph type="subTitle" idx="2"/>
          </p:nvPr>
        </p:nvSpPr>
        <p:spPr>
          <a:xfrm>
            <a:off x="328586" y="134364"/>
            <a:ext cx="2066700" cy="3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"/>
              <a:buNone/>
              <a:defRPr sz="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"/>
              <a:buNone/>
              <a:defRPr sz="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"/>
              <a:buNone/>
              <a:defRPr sz="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"/>
              <a:buNone/>
              <a:defRPr sz="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"/>
              <a:buNone/>
              <a:defRPr sz="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"/>
              <a:buNone/>
              <a:defRPr sz="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"/>
              <a:buNone/>
              <a:defRPr sz="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"/>
              <a:buNone/>
              <a:defRPr sz="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5"/>
              </a:buClr>
              <a:buSzPts val="800"/>
              <a:buFont typeface="Lexend"/>
              <a:buNone/>
              <a:defRPr sz="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8" name="Google Shape;178;p34"/>
          <p:cNvSpPr txBox="1"/>
          <p:nvPr>
            <p:ph type="subTitle" idx="3"/>
          </p:nvPr>
        </p:nvSpPr>
        <p:spPr>
          <a:xfrm rot="-5400000">
            <a:off x="3859255" y="2006892"/>
            <a:ext cx="2426100" cy="3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Lexend"/>
              <a:buNone/>
              <a:defRPr sz="10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Lexend"/>
              <a:buNone/>
              <a:defRPr sz="8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Lexend"/>
              <a:buNone/>
              <a:defRPr sz="8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Lexend"/>
              <a:buNone/>
              <a:defRPr sz="8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Lexend"/>
              <a:buNone/>
              <a:defRPr sz="8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Lexend"/>
              <a:buNone/>
              <a:defRPr sz="8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Lexend"/>
              <a:buNone/>
              <a:defRPr sz="8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Lexend"/>
              <a:buNone/>
              <a:defRPr sz="8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800"/>
              <a:buFont typeface="Lexend"/>
              <a:buNone/>
              <a:defRPr sz="8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79" name="Google Shape;179;p34"/>
          <p:cNvSpPr/>
          <p:nvPr>
            <p:ph type="pic" idx="4"/>
          </p:nvPr>
        </p:nvSpPr>
        <p:spPr>
          <a:xfrm>
            <a:off x="2875345" y="1073680"/>
            <a:ext cx="1847100" cy="3403500"/>
          </a:xfrm>
          <a:prstGeom prst="rect">
            <a:avLst/>
          </a:prstGeom>
          <a:noFill/>
          <a:ln>
            <a:noFill/>
          </a:ln>
          <a:effectLst>
            <a:outerShdw blurRad="128588" dist="85725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0" name="Google Shape;180;p34"/>
          <p:cNvSpPr/>
          <p:nvPr>
            <p:ph type="pic" idx="5"/>
          </p:nvPr>
        </p:nvSpPr>
        <p:spPr>
          <a:xfrm>
            <a:off x="754000" y="1073675"/>
            <a:ext cx="1847100" cy="3403500"/>
          </a:xfrm>
          <a:prstGeom prst="rect">
            <a:avLst/>
          </a:prstGeom>
          <a:noFill/>
          <a:ln>
            <a:noFill/>
          </a:ln>
          <a:effectLst>
            <a:outerShdw blurRad="114300" dist="762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1" name="Google Shape;181;p34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Panel 1">
  <p:cSld name="SECTION_TITLE_AND_DESCRIPTION_2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184" name="Google Shape;184;p35"/>
          <p:cNvSpPr txBox="1"/>
          <p:nvPr>
            <p:ph type="body" idx="1"/>
          </p:nvPr>
        </p:nvSpPr>
        <p:spPr>
          <a:xfrm>
            <a:off x="4939500" y="393675"/>
            <a:ext cx="3818100" cy="39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>
                <a:solidFill>
                  <a:schemeClr val="dk1"/>
                </a:solidFill>
              </a:defRPr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>
                <a:solidFill>
                  <a:schemeClr val="dk1"/>
                </a:solidFill>
              </a:defRPr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>
                <a:solidFill>
                  <a:schemeClr val="dk1"/>
                </a:solidFill>
              </a:defRPr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85" name="Google Shape;185;p3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5"/>
          <p:cNvSpPr txBox="1"/>
          <p:nvPr>
            <p:ph type="title"/>
          </p:nvPr>
        </p:nvSpPr>
        <p:spPr>
          <a:xfrm>
            <a:off x="318216" y="342538"/>
            <a:ext cx="4008000" cy="8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exend"/>
              <a:buNone/>
              <a:defRPr sz="24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7" name="Google Shape;187;p35"/>
          <p:cNvSpPr txBox="1"/>
          <p:nvPr>
            <p:ph type="subTitle" idx="2"/>
          </p:nvPr>
        </p:nvSpPr>
        <p:spPr>
          <a:xfrm>
            <a:off x="328586" y="134364"/>
            <a:ext cx="2066700" cy="3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"/>
              <a:buNone/>
              <a:defRPr sz="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"/>
              <a:buNone/>
              <a:defRPr sz="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"/>
              <a:buNone/>
              <a:defRPr sz="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"/>
              <a:buNone/>
              <a:defRPr sz="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"/>
              <a:buNone/>
              <a:defRPr sz="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"/>
              <a:buNone/>
              <a:defRPr sz="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"/>
              <a:buNone/>
              <a:defRPr sz="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800"/>
              <a:buFont typeface="Lexend"/>
              <a:buNone/>
              <a:defRPr sz="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5"/>
              </a:buClr>
              <a:buSzPts val="800"/>
              <a:buFont typeface="Lexend"/>
              <a:buNone/>
              <a:defRPr sz="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88" name="Google Shape;188;p35"/>
          <p:cNvSpPr/>
          <p:nvPr>
            <p:ph type="pic" idx="3"/>
          </p:nvPr>
        </p:nvSpPr>
        <p:spPr>
          <a:xfrm>
            <a:off x="325050" y="1600425"/>
            <a:ext cx="4008000" cy="28188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35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Slide with Eyebrow">
  <p:cSld name="SECTION_TITLE_AND_DESCRIPTION_1">
    <p:bg>
      <p:bgPr>
        <a:solidFill>
          <a:schemeClr val="dk1"/>
        </a:solidFill>
        <a:effectLst/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751020" y="3426280"/>
            <a:ext cx="3279662" cy="202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6"/>
          <p:cNvSpPr txBox="1"/>
          <p:nvPr>
            <p:ph type="title"/>
          </p:nvPr>
        </p:nvSpPr>
        <p:spPr>
          <a:xfrm>
            <a:off x="2429000" y="2002384"/>
            <a:ext cx="6245100" cy="12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3" name="Google Shape;193;p36"/>
          <p:cNvSpPr txBox="1"/>
          <p:nvPr>
            <p:ph type="subTitle" idx="1"/>
          </p:nvPr>
        </p:nvSpPr>
        <p:spPr>
          <a:xfrm>
            <a:off x="2469425" y="1374149"/>
            <a:ext cx="3757800" cy="35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5"/>
              </a:buClr>
              <a:buSzPts val="1200"/>
              <a:buNone/>
              <a:defRPr sz="12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94" name="Google Shape;194;p36"/>
          <p:cNvSpPr txBox="1"/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Slide">
  <p:cSld name="SECTION_TITLE_AND_DESCRIPTION_1_1">
    <p:bg>
      <p:bgPr>
        <a:solidFill>
          <a:schemeClr val="dk1"/>
        </a:solidFill>
        <a:effectLst/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751020" y="3426280"/>
            <a:ext cx="3279662" cy="202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7"/>
          <p:cNvSpPr txBox="1"/>
          <p:nvPr>
            <p:ph type="title"/>
          </p:nvPr>
        </p:nvSpPr>
        <p:spPr>
          <a:xfrm>
            <a:off x="2429000" y="1697584"/>
            <a:ext cx="6245100" cy="12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8" name="Google Shape;198;p37"/>
          <p:cNvSpPr txBox="1"/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 Image Slide">
  <p:cSld name="TITLE_ONLY_1_1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8"/>
          <p:cNvSpPr txBox="1"/>
          <p:nvPr>
            <p:ph type="title"/>
          </p:nvPr>
        </p:nvSpPr>
        <p:spPr>
          <a:xfrm>
            <a:off x="311700" y="55078"/>
            <a:ext cx="4618200" cy="6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"/>
              <a:buNone/>
              <a:defRPr sz="12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"/>
              <a:buNone/>
              <a:defRPr sz="12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"/>
              <a:buNone/>
              <a:defRPr sz="12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"/>
              <a:buNone/>
              <a:defRPr sz="12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"/>
              <a:buNone/>
              <a:defRPr sz="12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"/>
              <a:buNone/>
              <a:defRPr sz="12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"/>
              <a:buNone/>
              <a:defRPr sz="12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"/>
              <a:buNone/>
              <a:defRPr sz="12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"/>
              <a:buNone/>
              <a:defRPr sz="12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01" name="Google Shape;201;p3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8"/>
          <p:cNvSpPr/>
          <p:nvPr>
            <p:ph type="pic" idx="2"/>
          </p:nvPr>
        </p:nvSpPr>
        <p:spPr>
          <a:xfrm>
            <a:off x="802162" y="549525"/>
            <a:ext cx="3579300" cy="1984200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38"/>
          <p:cNvSpPr/>
          <p:nvPr>
            <p:ph type="pic" idx="3"/>
          </p:nvPr>
        </p:nvSpPr>
        <p:spPr>
          <a:xfrm>
            <a:off x="4490866" y="549525"/>
            <a:ext cx="3579300" cy="19842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38"/>
          <p:cNvSpPr/>
          <p:nvPr>
            <p:ph type="pic" idx="4"/>
          </p:nvPr>
        </p:nvSpPr>
        <p:spPr>
          <a:xfrm>
            <a:off x="1040296" y="2639327"/>
            <a:ext cx="3579300" cy="19842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38"/>
          <p:cNvSpPr/>
          <p:nvPr>
            <p:ph type="pic" idx="5"/>
          </p:nvPr>
        </p:nvSpPr>
        <p:spPr>
          <a:xfrm>
            <a:off x="4729000" y="2639327"/>
            <a:ext cx="3579300" cy="19842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38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 Single Large Image">
  <p:cSld name="TITLE_ONLY_1_1_2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9"/>
          <p:cNvSpPr txBox="1"/>
          <p:nvPr>
            <p:ph type="title"/>
          </p:nvPr>
        </p:nvSpPr>
        <p:spPr>
          <a:xfrm>
            <a:off x="224391" y="55078"/>
            <a:ext cx="4618200" cy="6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"/>
              <a:buNone/>
              <a:defRPr sz="12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"/>
              <a:buNone/>
              <a:defRPr sz="12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"/>
              <a:buNone/>
              <a:defRPr sz="12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"/>
              <a:buNone/>
              <a:defRPr sz="12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"/>
              <a:buNone/>
              <a:defRPr sz="12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"/>
              <a:buNone/>
              <a:defRPr sz="12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"/>
              <a:buNone/>
              <a:defRPr sz="12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"/>
              <a:buNone/>
              <a:defRPr sz="12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"/>
              <a:buNone/>
              <a:defRPr sz="12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09" name="Google Shape;209;p3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9"/>
          <p:cNvSpPr/>
          <p:nvPr>
            <p:ph type="pic" idx="2"/>
          </p:nvPr>
        </p:nvSpPr>
        <p:spPr>
          <a:xfrm>
            <a:off x="820031" y="540578"/>
            <a:ext cx="7485000" cy="41493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39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Header with Large Image or Diagram ">
  <p:cSld name="TITLE_ONLY_1_1_2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/>
          <p:cNvSpPr txBox="1"/>
          <p:nvPr>
            <p:ph type="title"/>
          </p:nvPr>
        </p:nvSpPr>
        <p:spPr>
          <a:xfrm>
            <a:off x="338541" y="252211"/>
            <a:ext cx="8445600" cy="63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"/>
              <a:buNone/>
              <a:defRPr sz="28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214" name="Google Shape;214;p4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40"/>
          <p:cNvSpPr/>
          <p:nvPr>
            <p:ph type="pic" idx="2"/>
          </p:nvPr>
        </p:nvSpPr>
        <p:spPr>
          <a:xfrm>
            <a:off x="1592601" y="1174934"/>
            <a:ext cx="5940000" cy="32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40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Header with Full Bleed Image">
  <p:cSld name="TITLE_ONLY_1_1_2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1"/>
          <p:cNvSpPr/>
          <p:nvPr>
            <p:ph type="pic" idx="2"/>
          </p:nvPr>
        </p:nvSpPr>
        <p:spPr>
          <a:xfrm>
            <a:off x="-1" y="-5"/>
            <a:ext cx="92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41"/>
          <p:cNvSpPr txBox="1"/>
          <p:nvPr>
            <p:ph type="title"/>
          </p:nvPr>
        </p:nvSpPr>
        <p:spPr>
          <a:xfrm>
            <a:off x="338550" y="252200"/>
            <a:ext cx="2855700" cy="1644600"/>
          </a:xfrm>
          <a:prstGeom prst="rect">
            <a:avLst/>
          </a:prstGeom>
          <a:effectLst>
            <a:outerShdw blurRad="200025" dist="95250" dir="5400000" algn="bl" rotWithShape="0">
              <a:schemeClr val="lt2">
                <a:alpha val="40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SemiBold"/>
              <a:buNone/>
              <a:defRPr sz="2800">
                <a:solidFill>
                  <a:schemeClr val="l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SemiBold"/>
              <a:buNone/>
              <a:defRPr>
                <a:solidFill>
                  <a:schemeClr val="l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SemiBold"/>
              <a:buNone/>
              <a:defRPr>
                <a:solidFill>
                  <a:schemeClr val="l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SemiBold"/>
              <a:buNone/>
              <a:defRPr>
                <a:solidFill>
                  <a:schemeClr val="l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SemiBold"/>
              <a:buNone/>
              <a:defRPr>
                <a:solidFill>
                  <a:schemeClr val="l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SemiBold"/>
              <a:buNone/>
              <a:defRPr>
                <a:solidFill>
                  <a:schemeClr val="l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SemiBold"/>
              <a:buNone/>
              <a:defRPr>
                <a:solidFill>
                  <a:schemeClr val="l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SemiBold"/>
              <a:buNone/>
              <a:defRPr>
                <a:solidFill>
                  <a:schemeClr val="l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SemiBold"/>
              <a:buNone/>
              <a:defRPr>
                <a:solidFill>
                  <a:schemeClr val="l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pic>
        <p:nvPicPr>
          <p:cNvPr id="220" name="Google Shape;220;p4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1"/>
          <p:cNvSpPr txBox="1"/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py and Image">
  <p:cSld name="TITLE_ONLY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2"/>
          <p:cNvSpPr txBox="1"/>
          <p:nvPr>
            <p:ph type="body" idx="1"/>
          </p:nvPr>
        </p:nvSpPr>
        <p:spPr>
          <a:xfrm>
            <a:off x="477825" y="2303850"/>
            <a:ext cx="3790500" cy="9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4" name="Google Shape;224;p42"/>
          <p:cNvSpPr txBox="1"/>
          <p:nvPr>
            <p:ph type="title"/>
          </p:nvPr>
        </p:nvSpPr>
        <p:spPr>
          <a:xfrm>
            <a:off x="436022" y="1652483"/>
            <a:ext cx="3797100" cy="8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pic>
        <p:nvPicPr>
          <p:cNvPr id="225" name="Google Shape;225;p4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42"/>
          <p:cNvSpPr/>
          <p:nvPr>
            <p:ph type="pic" idx="2"/>
          </p:nvPr>
        </p:nvSpPr>
        <p:spPr>
          <a:xfrm>
            <a:off x="4586050" y="774150"/>
            <a:ext cx="4110300" cy="34470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42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py">
  <p:cSld name="TITLE_ONLY_1_1_1_2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3"/>
          <p:cNvSpPr txBox="1"/>
          <p:nvPr>
            <p:ph type="body" idx="1"/>
          </p:nvPr>
        </p:nvSpPr>
        <p:spPr>
          <a:xfrm>
            <a:off x="3989900" y="814250"/>
            <a:ext cx="4365600" cy="35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lnSpc>
                <a:spcPct val="12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0" name="Google Shape;230;p43"/>
          <p:cNvSpPr txBox="1"/>
          <p:nvPr>
            <p:ph type="title"/>
          </p:nvPr>
        </p:nvSpPr>
        <p:spPr>
          <a:xfrm>
            <a:off x="874225" y="814250"/>
            <a:ext cx="3075900" cy="297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pic>
        <p:nvPicPr>
          <p:cNvPr id="231" name="Google Shape;231;p4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43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4 Sections">
  <p:cSld name="TITLE_ONLY_1_1_1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4"/>
          <p:cNvSpPr txBox="1"/>
          <p:nvPr>
            <p:ph type="title"/>
          </p:nvPr>
        </p:nvSpPr>
        <p:spPr>
          <a:xfrm>
            <a:off x="207425" y="823614"/>
            <a:ext cx="2806200" cy="18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pic>
        <p:nvPicPr>
          <p:cNvPr id="235" name="Google Shape;235;p4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44"/>
          <p:cNvSpPr txBox="1"/>
          <p:nvPr>
            <p:ph type="body" idx="1"/>
          </p:nvPr>
        </p:nvSpPr>
        <p:spPr>
          <a:xfrm>
            <a:off x="3238803" y="899488"/>
            <a:ext cx="2169600" cy="4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○"/>
              <a:defRPr sz="14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■"/>
              <a:defRPr sz="1400"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○"/>
              <a:defRPr sz="1400"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■"/>
              <a:defRPr sz="14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○"/>
              <a:defRPr sz="1400"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175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Font typeface="Lexend"/>
              <a:buChar char="■"/>
              <a:defRPr sz="1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" name="Google Shape;237;p44"/>
          <p:cNvSpPr txBox="1"/>
          <p:nvPr>
            <p:ph type="body" idx="2"/>
          </p:nvPr>
        </p:nvSpPr>
        <p:spPr>
          <a:xfrm>
            <a:off x="3238803" y="1184244"/>
            <a:ext cx="2169600" cy="4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●"/>
              <a:defRPr sz="1200">
                <a:solidFill>
                  <a:schemeClr val="accent5"/>
                </a:solidFill>
              </a:defRPr>
            </a:lvl1pPr>
            <a:lvl2pPr marL="914400" lvl="1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○"/>
              <a:defRPr sz="1200">
                <a:solidFill>
                  <a:schemeClr val="accent5"/>
                </a:solidFill>
              </a:defRPr>
            </a:lvl2pPr>
            <a:lvl3pPr marL="1371600" lvl="2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■"/>
              <a:defRPr sz="1200">
                <a:solidFill>
                  <a:schemeClr val="accent5"/>
                </a:solidFill>
              </a:defRPr>
            </a:lvl3pPr>
            <a:lvl4pPr marL="1828800" lvl="3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●"/>
              <a:defRPr sz="1200">
                <a:solidFill>
                  <a:schemeClr val="accent5"/>
                </a:solidFill>
              </a:defRPr>
            </a:lvl4pPr>
            <a:lvl5pPr marL="2286000" lvl="4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○"/>
              <a:defRPr sz="1200">
                <a:solidFill>
                  <a:schemeClr val="accent5"/>
                </a:solidFill>
              </a:defRPr>
            </a:lvl5pPr>
            <a:lvl6pPr marL="2743200" lvl="5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■"/>
              <a:defRPr sz="1200">
                <a:solidFill>
                  <a:schemeClr val="accent5"/>
                </a:solidFill>
              </a:defRPr>
            </a:lvl6pPr>
            <a:lvl7pPr marL="3200400" lvl="6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●"/>
              <a:defRPr sz="1200">
                <a:solidFill>
                  <a:schemeClr val="accent5"/>
                </a:solidFill>
              </a:defRPr>
            </a:lvl7pPr>
            <a:lvl8pPr marL="3657600" lvl="7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○"/>
              <a:defRPr sz="1200">
                <a:solidFill>
                  <a:schemeClr val="accent5"/>
                </a:solidFill>
              </a:defRPr>
            </a:lvl8pPr>
            <a:lvl9pPr marL="4114800" lvl="8" indent="-3048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accent5"/>
              </a:buClr>
              <a:buSzPts val="1200"/>
              <a:buChar char="■"/>
              <a:defRPr sz="12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38" name="Google Shape;238;p44"/>
          <p:cNvSpPr txBox="1"/>
          <p:nvPr>
            <p:ph type="body" idx="3"/>
          </p:nvPr>
        </p:nvSpPr>
        <p:spPr>
          <a:xfrm>
            <a:off x="3238803" y="2575888"/>
            <a:ext cx="2169600" cy="4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○"/>
              <a:defRPr sz="14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■"/>
              <a:defRPr sz="1400"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○"/>
              <a:defRPr sz="1400"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■"/>
              <a:defRPr sz="14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○"/>
              <a:defRPr sz="1400"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175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Font typeface="Lexend"/>
              <a:buChar char="■"/>
              <a:defRPr sz="1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9" name="Google Shape;239;p44"/>
          <p:cNvSpPr txBox="1"/>
          <p:nvPr>
            <p:ph type="body" idx="4"/>
          </p:nvPr>
        </p:nvSpPr>
        <p:spPr>
          <a:xfrm>
            <a:off x="3238803" y="2860644"/>
            <a:ext cx="2169600" cy="4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●"/>
              <a:defRPr sz="1200">
                <a:solidFill>
                  <a:schemeClr val="accent5"/>
                </a:solidFill>
              </a:defRPr>
            </a:lvl1pPr>
            <a:lvl2pPr marL="914400" lvl="1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○"/>
              <a:defRPr sz="1200">
                <a:solidFill>
                  <a:schemeClr val="accent5"/>
                </a:solidFill>
              </a:defRPr>
            </a:lvl2pPr>
            <a:lvl3pPr marL="1371600" lvl="2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■"/>
              <a:defRPr sz="1200">
                <a:solidFill>
                  <a:schemeClr val="accent5"/>
                </a:solidFill>
              </a:defRPr>
            </a:lvl3pPr>
            <a:lvl4pPr marL="1828800" lvl="3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●"/>
              <a:defRPr sz="1200">
                <a:solidFill>
                  <a:schemeClr val="accent5"/>
                </a:solidFill>
              </a:defRPr>
            </a:lvl4pPr>
            <a:lvl5pPr marL="2286000" lvl="4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○"/>
              <a:defRPr sz="1200">
                <a:solidFill>
                  <a:schemeClr val="accent5"/>
                </a:solidFill>
              </a:defRPr>
            </a:lvl5pPr>
            <a:lvl6pPr marL="2743200" lvl="5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■"/>
              <a:defRPr sz="1200">
                <a:solidFill>
                  <a:schemeClr val="accent5"/>
                </a:solidFill>
              </a:defRPr>
            </a:lvl6pPr>
            <a:lvl7pPr marL="3200400" lvl="6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●"/>
              <a:defRPr sz="1200">
                <a:solidFill>
                  <a:schemeClr val="accent5"/>
                </a:solidFill>
              </a:defRPr>
            </a:lvl7pPr>
            <a:lvl8pPr marL="3657600" lvl="7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○"/>
              <a:defRPr sz="1200">
                <a:solidFill>
                  <a:schemeClr val="accent5"/>
                </a:solidFill>
              </a:defRPr>
            </a:lvl8pPr>
            <a:lvl9pPr marL="4114800" lvl="8" indent="-3048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accent5"/>
              </a:buClr>
              <a:buSzPts val="1200"/>
              <a:buChar char="■"/>
              <a:defRPr sz="12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40" name="Google Shape;240;p44"/>
          <p:cNvSpPr txBox="1"/>
          <p:nvPr>
            <p:ph type="body" idx="5"/>
          </p:nvPr>
        </p:nvSpPr>
        <p:spPr>
          <a:xfrm>
            <a:off x="5601003" y="899488"/>
            <a:ext cx="2169600" cy="4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○"/>
              <a:defRPr sz="14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■"/>
              <a:defRPr sz="1400"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○"/>
              <a:defRPr sz="1400"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■"/>
              <a:defRPr sz="14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○"/>
              <a:defRPr sz="1400"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175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Font typeface="Lexend"/>
              <a:buChar char="■"/>
              <a:defRPr sz="1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1" name="Google Shape;241;p44"/>
          <p:cNvSpPr txBox="1"/>
          <p:nvPr>
            <p:ph type="body" idx="6"/>
          </p:nvPr>
        </p:nvSpPr>
        <p:spPr>
          <a:xfrm>
            <a:off x="5601003" y="1184244"/>
            <a:ext cx="2169600" cy="4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●"/>
              <a:defRPr sz="1200">
                <a:solidFill>
                  <a:schemeClr val="accent5"/>
                </a:solidFill>
              </a:defRPr>
            </a:lvl1pPr>
            <a:lvl2pPr marL="914400" lvl="1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○"/>
              <a:defRPr sz="1200">
                <a:solidFill>
                  <a:schemeClr val="accent5"/>
                </a:solidFill>
              </a:defRPr>
            </a:lvl2pPr>
            <a:lvl3pPr marL="1371600" lvl="2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■"/>
              <a:defRPr sz="1200">
                <a:solidFill>
                  <a:schemeClr val="accent5"/>
                </a:solidFill>
              </a:defRPr>
            </a:lvl3pPr>
            <a:lvl4pPr marL="1828800" lvl="3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●"/>
              <a:defRPr sz="1200">
                <a:solidFill>
                  <a:schemeClr val="accent5"/>
                </a:solidFill>
              </a:defRPr>
            </a:lvl4pPr>
            <a:lvl5pPr marL="2286000" lvl="4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○"/>
              <a:defRPr sz="1200">
                <a:solidFill>
                  <a:schemeClr val="accent5"/>
                </a:solidFill>
              </a:defRPr>
            </a:lvl5pPr>
            <a:lvl6pPr marL="2743200" lvl="5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■"/>
              <a:defRPr sz="1200">
                <a:solidFill>
                  <a:schemeClr val="accent5"/>
                </a:solidFill>
              </a:defRPr>
            </a:lvl6pPr>
            <a:lvl7pPr marL="3200400" lvl="6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●"/>
              <a:defRPr sz="1200">
                <a:solidFill>
                  <a:schemeClr val="accent5"/>
                </a:solidFill>
              </a:defRPr>
            </a:lvl7pPr>
            <a:lvl8pPr marL="3657600" lvl="7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○"/>
              <a:defRPr sz="1200">
                <a:solidFill>
                  <a:schemeClr val="accent5"/>
                </a:solidFill>
              </a:defRPr>
            </a:lvl8pPr>
            <a:lvl9pPr marL="4114800" lvl="8" indent="-3048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accent5"/>
              </a:buClr>
              <a:buSzPts val="1200"/>
              <a:buChar char="■"/>
              <a:defRPr sz="12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42" name="Google Shape;242;p44"/>
          <p:cNvSpPr txBox="1"/>
          <p:nvPr>
            <p:ph type="body" idx="7"/>
          </p:nvPr>
        </p:nvSpPr>
        <p:spPr>
          <a:xfrm>
            <a:off x="5601003" y="2575888"/>
            <a:ext cx="2169600" cy="4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○"/>
              <a:defRPr sz="14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■"/>
              <a:defRPr sz="1400"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○"/>
              <a:defRPr sz="1400"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■"/>
              <a:defRPr sz="14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●"/>
              <a:defRPr sz="1400"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1750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Lexend"/>
              <a:buChar char="○"/>
              <a:defRPr sz="1400"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1750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Font typeface="Lexend"/>
              <a:buChar char="■"/>
              <a:defRPr sz="14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" name="Google Shape;243;p44"/>
          <p:cNvSpPr txBox="1"/>
          <p:nvPr>
            <p:ph type="body" idx="8"/>
          </p:nvPr>
        </p:nvSpPr>
        <p:spPr>
          <a:xfrm>
            <a:off x="5601003" y="2860644"/>
            <a:ext cx="2169600" cy="4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●"/>
              <a:defRPr sz="1200">
                <a:solidFill>
                  <a:schemeClr val="accent5"/>
                </a:solidFill>
              </a:defRPr>
            </a:lvl1pPr>
            <a:lvl2pPr marL="914400" lvl="1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○"/>
              <a:defRPr sz="1200">
                <a:solidFill>
                  <a:schemeClr val="accent5"/>
                </a:solidFill>
              </a:defRPr>
            </a:lvl2pPr>
            <a:lvl3pPr marL="1371600" lvl="2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■"/>
              <a:defRPr sz="1200">
                <a:solidFill>
                  <a:schemeClr val="accent5"/>
                </a:solidFill>
              </a:defRPr>
            </a:lvl3pPr>
            <a:lvl4pPr marL="1828800" lvl="3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●"/>
              <a:defRPr sz="1200">
                <a:solidFill>
                  <a:schemeClr val="accent5"/>
                </a:solidFill>
              </a:defRPr>
            </a:lvl4pPr>
            <a:lvl5pPr marL="2286000" lvl="4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○"/>
              <a:defRPr sz="1200">
                <a:solidFill>
                  <a:schemeClr val="accent5"/>
                </a:solidFill>
              </a:defRPr>
            </a:lvl5pPr>
            <a:lvl6pPr marL="2743200" lvl="5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■"/>
              <a:defRPr sz="1200">
                <a:solidFill>
                  <a:schemeClr val="accent5"/>
                </a:solidFill>
              </a:defRPr>
            </a:lvl6pPr>
            <a:lvl7pPr marL="3200400" lvl="6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●"/>
              <a:defRPr sz="1200">
                <a:solidFill>
                  <a:schemeClr val="accent5"/>
                </a:solidFill>
              </a:defRPr>
            </a:lvl7pPr>
            <a:lvl8pPr marL="3657600" lvl="7" indent="-30480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○"/>
              <a:defRPr sz="1200">
                <a:solidFill>
                  <a:schemeClr val="accent5"/>
                </a:solidFill>
              </a:defRPr>
            </a:lvl8pPr>
            <a:lvl9pPr marL="4114800" lvl="8" indent="-30480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Clr>
                <a:schemeClr val="accent5"/>
              </a:buClr>
              <a:buSzPts val="1200"/>
              <a:buChar char="■"/>
              <a:defRPr sz="12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44" name="Google Shape;244;p44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SECTION_TITLE_AND_DESCRIPTION_1_2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5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Slide - Opt 1">
  <p:cSld name="SECTION_TITLE_AND_DESCRIPTION_1_2_5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6"/>
          <p:cNvSpPr txBox="1"/>
          <p:nvPr>
            <p:ph type="title"/>
          </p:nvPr>
        </p:nvSpPr>
        <p:spPr>
          <a:xfrm>
            <a:off x="359825" y="823625"/>
            <a:ext cx="2916000" cy="18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>
                <a:solidFill>
                  <a:schemeClr val="accen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exend Light"/>
              <a:buNone/>
              <a:defRPr sz="3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exend Light"/>
              <a:buNone/>
              <a:defRPr sz="3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exend Light"/>
              <a:buNone/>
              <a:defRPr sz="3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exend Light"/>
              <a:buNone/>
              <a:defRPr sz="3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exend Light"/>
              <a:buNone/>
              <a:defRPr sz="3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exend Light"/>
              <a:buNone/>
              <a:defRPr sz="3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exend Light"/>
              <a:buNone/>
              <a:defRPr sz="3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Lexend Light"/>
              <a:buNone/>
              <a:defRPr sz="3200">
                <a:solidFill>
                  <a:schemeClr val="accen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249" name="Google Shape;249;p46"/>
          <p:cNvSpPr txBox="1"/>
          <p:nvPr>
            <p:ph type="body" idx="1"/>
          </p:nvPr>
        </p:nvSpPr>
        <p:spPr>
          <a:xfrm>
            <a:off x="1409850" y="1631200"/>
            <a:ext cx="3231900" cy="25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○"/>
              <a:defRPr sz="1400"/>
            </a:lvl1pPr>
            <a:lvl2pPr marL="914400" lvl="1" indent="-31750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○"/>
              <a:defRPr sz="1400"/>
            </a:lvl2pPr>
            <a:lvl3pPr marL="1371600" lvl="2" indent="-30480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 sz="1200"/>
            </a:lvl3pPr>
            <a:lvl4pPr marL="1828800" lvl="3" indent="-31750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4pPr>
            <a:lvl5pPr marL="2286000" lvl="4" indent="-31750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 sz="1400"/>
            </a:lvl5pPr>
            <a:lvl6pPr marL="2743200" lvl="5" indent="-31750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 sz="1400"/>
            </a:lvl6pPr>
            <a:lvl7pPr marL="3200400" lvl="6" indent="-31750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50" name="Google Shape;250;p46"/>
          <p:cNvSpPr txBox="1"/>
          <p:nvPr>
            <p:ph type="body" idx="2"/>
          </p:nvPr>
        </p:nvSpPr>
        <p:spPr>
          <a:xfrm>
            <a:off x="4762650" y="1631200"/>
            <a:ext cx="3635700" cy="25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○"/>
              <a:defRPr sz="1400"/>
            </a:lvl1pPr>
            <a:lvl2pPr marL="914400" lvl="1" indent="-31750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○"/>
              <a:defRPr sz="1400"/>
            </a:lvl2pPr>
            <a:lvl3pPr marL="1371600" lvl="2" indent="-30480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■"/>
              <a:defRPr sz="1200"/>
            </a:lvl3pPr>
            <a:lvl4pPr marL="1828800" lvl="3" indent="-31750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4pPr>
            <a:lvl5pPr marL="2286000" lvl="4" indent="-31750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 sz="1400"/>
            </a:lvl5pPr>
            <a:lvl6pPr marL="2743200" lvl="5" indent="-31750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 sz="1400"/>
            </a:lvl6pPr>
            <a:lvl7pPr marL="3200400" lvl="6" indent="-31750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51" name="Google Shape;251;p46"/>
          <p:cNvSpPr txBox="1"/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ate - Opt 2">
  <p:cSld name="SECTION_TITLE_AND_DESCRIPTION_1_2_4">
    <p:bg>
      <p:bgPr>
        <a:solidFill>
          <a:schemeClr val="accent3"/>
        </a:solidFill>
        <a:effectLst/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4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0" y="2438225"/>
            <a:ext cx="3911825" cy="270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47"/>
          <p:cNvSpPr txBox="1"/>
          <p:nvPr>
            <p:ph type="title"/>
          </p:nvPr>
        </p:nvSpPr>
        <p:spPr>
          <a:xfrm>
            <a:off x="567075" y="368375"/>
            <a:ext cx="3184500" cy="10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Light"/>
              <a:buNone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Light"/>
              <a:buNone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Light"/>
              <a:buNone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Light"/>
              <a:buNone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Light"/>
              <a:buNone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Light"/>
              <a:buNone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Light"/>
              <a:buNone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Light"/>
              <a:buNone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255" name="Google Shape;255;p47"/>
          <p:cNvSpPr txBox="1"/>
          <p:nvPr>
            <p:ph type="body" idx="1"/>
          </p:nvPr>
        </p:nvSpPr>
        <p:spPr>
          <a:xfrm>
            <a:off x="5951600" y="2806750"/>
            <a:ext cx="2719500" cy="8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6" name="Google Shape;256;p47"/>
          <p:cNvSpPr txBox="1"/>
          <p:nvPr>
            <p:ph type="body" idx="2"/>
          </p:nvPr>
        </p:nvSpPr>
        <p:spPr>
          <a:xfrm>
            <a:off x="5951600" y="3772553"/>
            <a:ext cx="2719500" cy="8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47"/>
          <p:cNvSpPr txBox="1"/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Body and 3up Circles">
  <p:cSld name="SECTION_TITLE_AND_DESCRIPTION_1_2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8"/>
          <p:cNvSpPr/>
          <p:nvPr>
            <p:ph type="pic" idx="2"/>
          </p:nvPr>
        </p:nvSpPr>
        <p:spPr>
          <a:xfrm>
            <a:off x="4535603" y="2707700"/>
            <a:ext cx="2612700" cy="261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0" name="Google Shape;260;p48"/>
          <p:cNvSpPr/>
          <p:nvPr>
            <p:ph type="pic" idx="3"/>
          </p:nvPr>
        </p:nvSpPr>
        <p:spPr>
          <a:xfrm>
            <a:off x="6288203" y="1259900"/>
            <a:ext cx="2612700" cy="261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1" name="Google Shape;261;p48"/>
          <p:cNvSpPr/>
          <p:nvPr>
            <p:ph type="pic" idx="4"/>
          </p:nvPr>
        </p:nvSpPr>
        <p:spPr>
          <a:xfrm>
            <a:off x="4916603" y="-187900"/>
            <a:ext cx="2612700" cy="261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62" name="Google Shape;262;p48"/>
          <p:cNvSpPr txBox="1"/>
          <p:nvPr>
            <p:ph type="title"/>
          </p:nvPr>
        </p:nvSpPr>
        <p:spPr>
          <a:xfrm>
            <a:off x="313484" y="1344164"/>
            <a:ext cx="3739500" cy="5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63" name="Google Shape;263;p4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8"/>
          <p:cNvSpPr txBox="1"/>
          <p:nvPr>
            <p:ph type="body" idx="1"/>
          </p:nvPr>
        </p:nvSpPr>
        <p:spPr>
          <a:xfrm>
            <a:off x="599166" y="2090350"/>
            <a:ext cx="3427200" cy="20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➝"/>
              <a:defRPr sz="1600">
                <a:solidFill>
                  <a:schemeClr val="lt2"/>
                </a:solidFill>
              </a:defRPr>
            </a:lvl1pPr>
            <a:lvl2pPr marL="914400" lvl="1" indent="-330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○"/>
              <a:defRPr sz="1600">
                <a:solidFill>
                  <a:schemeClr val="lt2"/>
                </a:solidFill>
              </a:defRPr>
            </a:lvl2pPr>
            <a:lvl3pPr marL="1371600" lvl="2" indent="-330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■"/>
              <a:defRPr>
                <a:solidFill>
                  <a:schemeClr val="lt2"/>
                </a:solidFill>
              </a:defRPr>
            </a:lvl3pPr>
            <a:lvl4pPr marL="1828800" lvl="3" indent="-330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  <a:defRPr>
                <a:solidFill>
                  <a:schemeClr val="lt2"/>
                </a:solidFill>
              </a:defRPr>
            </a:lvl4pPr>
            <a:lvl5pPr marL="2286000" lvl="4" indent="-330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○"/>
              <a:defRPr>
                <a:solidFill>
                  <a:schemeClr val="lt2"/>
                </a:solidFill>
              </a:defRPr>
            </a:lvl5pPr>
            <a:lvl6pPr marL="2743200" lvl="5" indent="-330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■"/>
              <a:defRPr>
                <a:solidFill>
                  <a:schemeClr val="lt2"/>
                </a:solidFill>
              </a:defRPr>
            </a:lvl6pPr>
            <a:lvl7pPr marL="3200400" lvl="6" indent="-330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  <a:defRPr>
                <a:solidFill>
                  <a:schemeClr val="lt2"/>
                </a:solidFill>
              </a:defRPr>
            </a:lvl7pPr>
            <a:lvl8pPr marL="3657600" lvl="7" indent="-33020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○"/>
              <a:defRPr>
                <a:solidFill>
                  <a:schemeClr val="lt2"/>
                </a:solidFill>
              </a:defRPr>
            </a:lvl8pPr>
            <a:lvl9pPr marL="4114800" lvl="8" indent="-3302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lt2"/>
              </a:buClr>
              <a:buSzPts val="16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65" name="Google Shape;265;p48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bar">
  <p:cSld name="SECTION_TITLE_AND_DESCRIPTION_1_2_1">
    <p:bg>
      <p:bgPr>
        <a:solidFill>
          <a:schemeClr val="dk1"/>
        </a:solidFill>
        <a:effectLst/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4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49"/>
          <p:cNvSpPr txBox="1"/>
          <p:nvPr>
            <p:ph type="title"/>
          </p:nvPr>
        </p:nvSpPr>
        <p:spPr>
          <a:xfrm>
            <a:off x="316881" y="320600"/>
            <a:ext cx="1869900" cy="150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Lexend"/>
              <a:buNone/>
              <a:defRPr sz="20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Lexend"/>
              <a:buNone/>
              <a:defRPr sz="20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Lexend"/>
              <a:buNone/>
              <a:defRPr sz="20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Lexend"/>
              <a:buNone/>
              <a:defRPr sz="20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Lexend"/>
              <a:buNone/>
              <a:defRPr sz="20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Lexend"/>
              <a:buNone/>
              <a:defRPr sz="20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Lexend"/>
              <a:buNone/>
              <a:defRPr sz="20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Lexend"/>
              <a:buNone/>
              <a:defRPr sz="20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Lexend"/>
              <a:buNone/>
              <a:defRPr sz="20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9" name="Google Shape;269;p49"/>
          <p:cNvSpPr txBox="1"/>
          <p:nvPr>
            <p:ph type="subTitle" idx="1"/>
          </p:nvPr>
        </p:nvSpPr>
        <p:spPr>
          <a:xfrm>
            <a:off x="3265426" y="944683"/>
            <a:ext cx="2392200" cy="3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exend"/>
              <a:buNone/>
              <a:defRPr sz="160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exend"/>
              <a:buNone/>
              <a:defRPr sz="160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exend"/>
              <a:buNone/>
              <a:defRPr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exend"/>
              <a:buNone/>
              <a:defRPr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exend"/>
              <a:buNone/>
              <a:defRPr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exend"/>
              <a:buNone/>
              <a:defRPr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exend"/>
              <a:buNone/>
              <a:defRPr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exend"/>
              <a:buNone/>
              <a:defRPr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600"/>
              <a:buFont typeface="Lexend"/>
              <a:buNone/>
              <a:defRPr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0" name="Google Shape;270;p49"/>
          <p:cNvSpPr txBox="1"/>
          <p:nvPr>
            <p:ph type="subTitle" idx="2"/>
          </p:nvPr>
        </p:nvSpPr>
        <p:spPr>
          <a:xfrm>
            <a:off x="3265426" y="1218019"/>
            <a:ext cx="2392200" cy="3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"/>
              <a:buNone/>
              <a:defRPr sz="12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exend"/>
              <a:buNone/>
              <a:defRPr sz="16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6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1" name="Google Shape;271;p49"/>
          <p:cNvSpPr txBox="1"/>
          <p:nvPr>
            <p:ph type="body" idx="3"/>
          </p:nvPr>
        </p:nvSpPr>
        <p:spPr>
          <a:xfrm>
            <a:off x="3265425" y="1606166"/>
            <a:ext cx="2442900" cy="19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"/>
              <a:buChar char="●"/>
              <a:defRPr sz="1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29210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"/>
              <a:buChar char="○"/>
              <a:defRPr sz="1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29210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"/>
              <a:buChar char="■"/>
              <a:defRPr sz="1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29210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"/>
              <a:buChar char="●"/>
              <a:defRPr sz="1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29210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"/>
              <a:buChar char="○"/>
              <a:defRPr sz="1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29210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"/>
              <a:buChar char="■"/>
              <a:defRPr sz="1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29210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"/>
              <a:buChar char="●"/>
              <a:defRPr sz="1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29210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"/>
              <a:buChar char="○"/>
              <a:defRPr sz="1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292100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Clr>
                <a:schemeClr val="accent5"/>
              </a:buClr>
              <a:buSzPts val="1000"/>
              <a:buFont typeface="Lexend"/>
              <a:buChar char="■"/>
              <a:defRPr sz="1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2" name="Google Shape;272;p49"/>
          <p:cNvSpPr/>
          <p:nvPr>
            <p:ph type="pic" idx="4"/>
          </p:nvPr>
        </p:nvSpPr>
        <p:spPr>
          <a:xfrm>
            <a:off x="3373084" y="3877850"/>
            <a:ext cx="776700" cy="3399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49"/>
          <p:cNvSpPr txBox="1"/>
          <p:nvPr>
            <p:ph type="subTitle" idx="5"/>
          </p:nvPr>
        </p:nvSpPr>
        <p:spPr>
          <a:xfrm>
            <a:off x="6143131" y="1500302"/>
            <a:ext cx="2392200" cy="3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exend"/>
              <a:buNone/>
              <a:defRPr sz="160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exend"/>
              <a:buNone/>
              <a:defRPr sz="160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exend"/>
              <a:buNone/>
              <a:defRPr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exend"/>
              <a:buNone/>
              <a:defRPr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exend"/>
              <a:buNone/>
              <a:defRPr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exend"/>
              <a:buNone/>
              <a:defRPr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exend"/>
              <a:buNone/>
              <a:defRPr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exend"/>
              <a:buNone/>
              <a:defRPr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600"/>
              <a:buFont typeface="Lexend"/>
              <a:buNone/>
              <a:defRPr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4" name="Google Shape;274;p49"/>
          <p:cNvSpPr txBox="1"/>
          <p:nvPr>
            <p:ph type="subTitle" idx="6"/>
          </p:nvPr>
        </p:nvSpPr>
        <p:spPr>
          <a:xfrm>
            <a:off x="6143131" y="1764690"/>
            <a:ext cx="2392200" cy="3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Lexend"/>
              <a:buNone/>
              <a:defRPr sz="12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exend"/>
              <a:buNone/>
              <a:defRPr sz="16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16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5" name="Google Shape;275;p49"/>
          <p:cNvSpPr txBox="1"/>
          <p:nvPr>
            <p:ph type="body" idx="7"/>
          </p:nvPr>
        </p:nvSpPr>
        <p:spPr>
          <a:xfrm>
            <a:off x="6143125" y="2161791"/>
            <a:ext cx="2562600" cy="19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"/>
              <a:buChar char="●"/>
              <a:defRPr sz="1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29210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"/>
              <a:buChar char="○"/>
              <a:defRPr sz="1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29210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"/>
              <a:buChar char="■"/>
              <a:defRPr sz="1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29210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"/>
              <a:buChar char="●"/>
              <a:defRPr sz="1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29210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"/>
              <a:buChar char="○"/>
              <a:defRPr sz="1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29210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"/>
              <a:buChar char="■"/>
              <a:defRPr sz="1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29210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"/>
              <a:buChar char="●"/>
              <a:defRPr sz="1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29210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Lexend"/>
              <a:buChar char="○"/>
              <a:defRPr sz="1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292100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Clr>
                <a:schemeClr val="accent5"/>
              </a:buClr>
              <a:buSzPts val="1000"/>
              <a:buFont typeface="Lexend"/>
              <a:buChar char="■"/>
              <a:defRPr sz="1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6" name="Google Shape;276;p49"/>
          <p:cNvSpPr/>
          <p:nvPr>
            <p:ph type="pic" idx="8"/>
          </p:nvPr>
        </p:nvSpPr>
        <p:spPr>
          <a:xfrm>
            <a:off x="6250789" y="1080669"/>
            <a:ext cx="776700" cy="339900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49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bar Left">
  <p:cSld name="SECTION_TITLE_AND_DESCRIPTION_1_2_1_2">
    <p:bg>
      <p:bgPr>
        <a:solidFill>
          <a:schemeClr val="dk1"/>
        </a:solidFill>
        <a:effectLst/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50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50"/>
          <p:cNvSpPr txBox="1"/>
          <p:nvPr>
            <p:ph type="title"/>
          </p:nvPr>
        </p:nvSpPr>
        <p:spPr>
          <a:xfrm>
            <a:off x="224728" y="490894"/>
            <a:ext cx="2451600" cy="150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exend"/>
              <a:buNone/>
              <a:defRPr sz="24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1" name="Google Shape;281;p50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82" name="Google Shape;282;p50"/>
          <p:cNvSpPr txBox="1"/>
          <p:nvPr>
            <p:ph type="body" idx="1"/>
          </p:nvPr>
        </p:nvSpPr>
        <p:spPr>
          <a:xfrm>
            <a:off x="237392" y="1996114"/>
            <a:ext cx="2442900" cy="19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●"/>
              <a:defRPr sz="1200">
                <a:solidFill>
                  <a:schemeClr val="accent5"/>
                </a:solidFill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○"/>
              <a:defRPr sz="1200">
                <a:solidFill>
                  <a:schemeClr val="accent5"/>
                </a:solidFill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■"/>
              <a:defRPr sz="1200">
                <a:solidFill>
                  <a:schemeClr val="accent5"/>
                </a:solidFill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●"/>
              <a:defRPr sz="1200">
                <a:solidFill>
                  <a:schemeClr val="accent5"/>
                </a:solidFill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○"/>
              <a:defRPr sz="1200">
                <a:solidFill>
                  <a:schemeClr val="accent5"/>
                </a:solidFill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■"/>
              <a:defRPr sz="1200">
                <a:solidFill>
                  <a:schemeClr val="accent5"/>
                </a:solidFill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●"/>
              <a:defRPr sz="1200">
                <a:solidFill>
                  <a:schemeClr val="accent5"/>
                </a:solidFill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200"/>
              <a:buChar char="○"/>
              <a:defRPr sz="1200">
                <a:solidFill>
                  <a:schemeClr val="accent5"/>
                </a:solidFill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accent5"/>
              </a:buClr>
              <a:buSzPts val="1200"/>
              <a:buChar char="■"/>
              <a:defRPr sz="12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83" name="Google Shape;283;p50"/>
          <p:cNvSpPr txBox="1"/>
          <p:nvPr>
            <p:ph type="subTitle" idx="2"/>
          </p:nvPr>
        </p:nvSpPr>
        <p:spPr>
          <a:xfrm>
            <a:off x="3335950" y="469569"/>
            <a:ext cx="23262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exend"/>
              <a:buNone/>
              <a:defRPr sz="140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284" name="Google Shape;284;p50"/>
          <p:cNvSpPr txBox="1"/>
          <p:nvPr>
            <p:ph type="body" idx="3"/>
          </p:nvPr>
        </p:nvSpPr>
        <p:spPr>
          <a:xfrm>
            <a:off x="3335950" y="781822"/>
            <a:ext cx="2667300" cy="12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Lexend"/>
              <a:buChar char="○"/>
              <a:defRPr sz="1000"/>
            </a:lvl1pPr>
            <a:lvl2pPr marL="914400" lvl="1" indent="-29845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100"/>
              <a:buFont typeface="Lexend"/>
              <a:buChar char="○"/>
              <a:defRPr sz="1000"/>
            </a:lvl2pPr>
            <a:lvl3pPr marL="1371600" lvl="2" indent="-2921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85" name="Google Shape;285;p50"/>
          <p:cNvSpPr txBox="1"/>
          <p:nvPr>
            <p:ph type="subTitle" idx="4"/>
          </p:nvPr>
        </p:nvSpPr>
        <p:spPr>
          <a:xfrm>
            <a:off x="6002950" y="469569"/>
            <a:ext cx="23262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Lexend"/>
              <a:buNone/>
              <a:defRPr sz="1400">
                <a:solidFill>
                  <a:schemeClr val="accen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600"/>
              <a:buNone/>
              <a:defRPr/>
            </a:lvl9pPr>
          </a:lstStyle>
          <a:p/>
        </p:txBody>
      </p:sp>
      <p:sp>
        <p:nvSpPr>
          <p:cNvPr id="286" name="Google Shape;286;p50"/>
          <p:cNvSpPr txBox="1"/>
          <p:nvPr>
            <p:ph type="body" idx="5"/>
          </p:nvPr>
        </p:nvSpPr>
        <p:spPr>
          <a:xfrm>
            <a:off x="6002950" y="781822"/>
            <a:ext cx="2667300" cy="12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Lexend"/>
              <a:buChar char="○"/>
              <a:defRPr sz="1000"/>
            </a:lvl1pPr>
            <a:lvl2pPr marL="914400" lvl="1" indent="-29845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exend"/>
              <a:buChar char="○"/>
              <a:defRPr sz="1000"/>
            </a:lvl2pPr>
            <a:lvl3pPr marL="1371600" lvl="2" indent="-2921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bar Right">
  <p:cSld name="SECTION_TITLE_AND_DESCRIPTION_1_2_1_2_1">
    <p:bg>
      <p:bgPr>
        <a:solidFill>
          <a:schemeClr val="lt1"/>
        </a:solidFill>
        <a:effectLst/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1"/>
          <p:cNvSpPr txBox="1"/>
          <p:nvPr>
            <p:ph type="title"/>
          </p:nvPr>
        </p:nvSpPr>
        <p:spPr>
          <a:xfrm>
            <a:off x="6444400" y="507794"/>
            <a:ext cx="2451600" cy="7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exend"/>
              <a:buNone/>
              <a:defRPr sz="16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exend"/>
              <a:buNone/>
              <a:defRPr sz="16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exend"/>
              <a:buNone/>
              <a:defRPr sz="16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exend"/>
              <a:buNone/>
              <a:defRPr sz="16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exend"/>
              <a:buNone/>
              <a:defRPr sz="16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exend"/>
              <a:buNone/>
              <a:defRPr sz="16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exend"/>
              <a:buNone/>
              <a:defRPr sz="16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exend"/>
              <a:buNone/>
              <a:defRPr sz="16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Lexend"/>
              <a:buNone/>
              <a:defRPr sz="16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9" name="Google Shape;289;p51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90" name="Google Shape;290;p51"/>
          <p:cNvSpPr txBox="1"/>
          <p:nvPr>
            <p:ph type="subTitle" idx="1"/>
          </p:nvPr>
        </p:nvSpPr>
        <p:spPr>
          <a:xfrm>
            <a:off x="230750" y="317175"/>
            <a:ext cx="5713200" cy="6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291" name="Google Shape;291;p51"/>
          <p:cNvSpPr txBox="1"/>
          <p:nvPr>
            <p:ph type="body" idx="2"/>
          </p:nvPr>
        </p:nvSpPr>
        <p:spPr>
          <a:xfrm>
            <a:off x="230750" y="1038674"/>
            <a:ext cx="5105100" cy="25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○"/>
              <a:defRPr sz="1400"/>
            </a:lvl1pPr>
            <a:lvl2pPr marL="914400" lvl="1" indent="-32385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500"/>
              <a:buFont typeface="Lexend"/>
              <a:buChar char="○"/>
              <a:defRPr sz="1400"/>
            </a:lvl2pPr>
            <a:lvl3pPr marL="1371600" lvl="2" indent="-30480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1750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lnSpc>
                <a:spcPct val="110000"/>
              </a:lnSpc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92" name="Google Shape;292;p51"/>
          <p:cNvSpPr txBox="1"/>
          <p:nvPr>
            <p:ph type="body" idx="3"/>
          </p:nvPr>
        </p:nvSpPr>
        <p:spPr>
          <a:xfrm>
            <a:off x="6444400" y="1105141"/>
            <a:ext cx="2442900" cy="325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Char char="○"/>
              <a:defRPr sz="900"/>
            </a:lvl1pPr>
            <a:lvl2pPr marL="914400" lvl="1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Font typeface="Lexend"/>
              <a:buChar char="○"/>
              <a:defRPr sz="900"/>
            </a:lvl2pPr>
            <a:lvl3pPr marL="1371600" lvl="2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Up Images &amp; Copy">
  <p:cSld name="SECTION_TITLE_AND_DESCRIPTION_1_2_1_2_1_1">
    <p:bg>
      <p:bgPr>
        <a:solidFill>
          <a:schemeClr val="lt1"/>
        </a:solidFill>
        <a:effectLst/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2"/>
          <p:cNvSpPr/>
          <p:nvPr>
            <p:ph type="pic" idx="2"/>
          </p:nvPr>
        </p:nvSpPr>
        <p:spPr>
          <a:xfrm>
            <a:off x="333575" y="2156275"/>
            <a:ext cx="3915600" cy="2236800"/>
          </a:xfrm>
          <a:prstGeom prst="rect">
            <a:avLst/>
          </a:prstGeom>
          <a:noFill/>
          <a:ln>
            <a:noFill/>
          </a:ln>
        </p:spPr>
      </p:sp>
      <p:sp>
        <p:nvSpPr>
          <p:cNvPr id="295" name="Google Shape;295;p52"/>
          <p:cNvSpPr/>
          <p:nvPr>
            <p:ph type="pic" idx="3"/>
          </p:nvPr>
        </p:nvSpPr>
        <p:spPr>
          <a:xfrm>
            <a:off x="4823861" y="2156275"/>
            <a:ext cx="3915600" cy="2236800"/>
          </a:xfrm>
          <a:prstGeom prst="rect">
            <a:avLst/>
          </a:prstGeom>
          <a:noFill/>
          <a:ln>
            <a:noFill/>
          </a:ln>
        </p:spPr>
      </p:sp>
      <p:sp>
        <p:nvSpPr>
          <p:cNvPr id="296" name="Google Shape;296;p52"/>
          <p:cNvSpPr txBox="1"/>
          <p:nvPr>
            <p:ph type="title"/>
          </p:nvPr>
        </p:nvSpPr>
        <p:spPr>
          <a:xfrm>
            <a:off x="216575" y="270261"/>
            <a:ext cx="4149600" cy="7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>
                <a:solidFill>
                  <a:schemeClr val="lt2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297" name="Google Shape;297;p52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298" name="Google Shape;298;p52"/>
          <p:cNvSpPr txBox="1"/>
          <p:nvPr>
            <p:ph type="body" idx="1"/>
          </p:nvPr>
        </p:nvSpPr>
        <p:spPr>
          <a:xfrm>
            <a:off x="243417" y="894734"/>
            <a:ext cx="4185300" cy="11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"/>
              <a:buChar char="○"/>
              <a:defRPr sz="900"/>
            </a:lvl1pPr>
            <a:lvl2pPr marL="914400" lvl="1" indent="-28575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900"/>
              <a:buFont typeface="Lexend"/>
              <a:buChar char="○"/>
              <a:defRPr sz="900"/>
            </a:lvl2pPr>
            <a:lvl3pPr marL="1371600" lvl="2" indent="-28575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99" name="Google Shape;299;p52"/>
          <p:cNvSpPr txBox="1"/>
          <p:nvPr>
            <p:ph type="title" idx="4"/>
          </p:nvPr>
        </p:nvSpPr>
        <p:spPr>
          <a:xfrm>
            <a:off x="4743541" y="270261"/>
            <a:ext cx="4149600" cy="7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>
                <a:solidFill>
                  <a:schemeClr val="lt2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00" name="Google Shape;300;p52"/>
          <p:cNvSpPr txBox="1"/>
          <p:nvPr>
            <p:ph type="body" idx="5"/>
          </p:nvPr>
        </p:nvSpPr>
        <p:spPr>
          <a:xfrm>
            <a:off x="4770383" y="894734"/>
            <a:ext cx="4185300" cy="11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"/>
              <a:buChar char="○"/>
              <a:defRPr sz="900"/>
            </a:lvl1pPr>
            <a:lvl2pPr marL="914400" lvl="1" indent="-28575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900"/>
              <a:buFont typeface="Lexend"/>
              <a:buChar char="○"/>
              <a:defRPr sz="900"/>
            </a:lvl2pPr>
            <a:lvl3pPr marL="1371600" lvl="2" indent="-28575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pic>
        <p:nvPicPr>
          <p:cNvPr id="301" name="Google Shape;301;p5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debar with Image">
  <p:cSld name="SECTION_TITLE_AND_DESCRIPTION_1_2_1_1">
    <p:bg>
      <p:bgPr>
        <a:solidFill>
          <a:schemeClr val="lt2"/>
        </a:solidFill>
        <a:effectLst/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3"/>
          <p:cNvSpPr/>
          <p:nvPr/>
        </p:nvSpPr>
        <p:spPr>
          <a:xfrm>
            <a:off x="0" y="0"/>
            <a:ext cx="2800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4" name="Google Shape;304;p53"/>
          <p:cNvSpPr/>
          <p:nvPr/>
        </p:nvSpPr>
        <p:spPr>
          <a:xfrm>
            <a:off x="499327" y="1622825"/>
            <a:ext cx="4587600" cy="261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05" name="Google Shape;305;p5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53"/>
          <p:cNvSpPr txBox="1"/>
          <p:nvPr>
            <p:ph type="title"/>
          </p:nvPr>
        </p:nvSpPr>
        <p:spPr>
          <a:xfrm>
            <a:off x="209525" y="150300"/>
            <a:ext cx="2318100" cy="6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"/>
              <a:buNone/>
              <a:defRPr sz="2800"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"/>
              <a:buNone/>
              <a:defRPr>
                <a:solidFill>
                  <a:schemeClr val="lt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7" name="Google Shape;307;p53"/>
          <p:cNvSpPr txBox="1"/>
          <p:nvPr>
            <p:ph type="body" idx="1"/>
          </p:nvPr>
        </p:nvSpPr>
        <p:spPr>
          <a:xfrm>
            <a:off x="218472" y="655675"/>
            <a:ext cx="2318100" cy="88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"/>
              <a:buChar char="●"/>
              <a:defRPr sz="9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28575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900"/>
              <a:buFont typeface="Lexend"/>
              <a:buChar char="○"/>
              <a:defRPr sz="9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28575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900"/>
              <a:buFont typeface="Lexend"/>
              <a:buChar char="■"/>
              <a:defRPr sz="9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28575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SzPts val="900"/>
              <a:buFont typeface="Lexend"/>
              <a:buChar char="●"/>
              <a:defRPr sz="9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28575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"/>
              <a:buChar char="○"/>
              <a:defRPr sz="9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28575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"/>
              <a:buChar char="■"/>
              <a:defRPr sz="9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28575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"/>
              <a:buChar char="●"/>
              <a:defRPr sz="9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28575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Lexend"/>
              <a:buChar char="○"/>
              <a:defRPr sz="9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285750">
              <a:lnSpc>
                <a:spcPct val="130000"/>
              </a:lnSpc>
              <a:spcBef>
                <a:spcPts val="800"/>
              </a:spcBef>
              <a:spcAft>
                <a:spcPts val="800"/>
              </a:spcAft>
              <a:buClr>
                <a:schemeClr val="accent5"/>
              </a:buClr>
              <a:buSzPts val="900"/>
              <a:buFont typeface="Lexend"/>
              <a:buChar char="■"/>
              <a:defRPr sz="9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8" name="Google Shape;308;p53"/>
          <p:cNvSpPr/>
          <p:nvPr>
            <p:ph type="pic" idx="2"/>
          </p:nvPr>
        </p:nvSpPr>
        <p:spPr>
          <a:xfrm>
            <a:off x="1941244" y="1869950"/>
            <a:ext cx="2838300" cy="21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53"/>
          <p:cNvSpPr txBox="1"/>
          <p:nvPr>
            <p:ph type="title" idx="3"/>
          </p:nvPr>
        </p:nvSpPr>
        <p:spPr>
          <a:xfrm>
            <a:off x="469985" y="1768693"/>
            <a:ext cx="1371600" cy="3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Lexend SemiBold"/>
              <a:buNone/>
              <a:defRPr sz="900">
                <a:solidFill>
                  <a:schemeClr val="l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SemiBold"/>
              <a:buNone/>
              <a:defRPr>
                <a:solidFill>
                  <a:schemeClr val="l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SemiBold"/>
              <a:buNone/>
              <a:defRPr>
                <a:solidFill>
                  <a:schemeClr val="l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SemiBold"/>
              <a:buNone/>
              <a:defRPr>
                <a:solidFill>
                  <a:schemeClr val="l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SemiBold"/>
              <a:buNone/>
              <a:defRPr>
                <a:solidFill>
                  <a:schemeClr val="l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SemiBold"/>
              <a:buNone/>
              <a:defRPr>
                <a:solidFill>
                  <a:schemeClr val="l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SemiBold"/>
              <a:buNone/>
              <a:defRPr>
                <a:solidFill>
                  <a:schemeClr val="l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SemiBold"/>
              <a:buNone/>
              <a:defRPr>
                <a:solidFill>
                  <a:schemeClr val="l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exend SemiBold"/>
              <a:buNone/>
              <a:defRPr>
                <a:solidFill>
                  <a:schemeClr val="lt2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10" name="Google Shape;310;p53"/>
          <p:cNvSpPr txBox="1"/>
          <p:nvPr>
            <p:ph type="body" idx="4"/>
          </p:nvPr>
        </p:nvSpPr>
        <p:spPr>
          <a:xfrm>
            <a:off x="478932" y="2019693"/>
            <a:ext cx="13716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550"/>
              </a:spcBef>
              <a:spcAft>
                <a:spcPts val="0"/>
              </a:spcAft>
              <a:buSzPts val="800"/>
              <a:buChar char="●"/>
              <a:defRPr sz="800">
                <a:solidFill>
                  <a:schemeClr val="accent5"/>
                </a:solidFill>
              </a:defRPr>
            </a:lvl1pPr>
            <a:lvl2pPr marL="914400" lvl="1" indent="-279400">
              <a:lnSpc>
                <a:spcPct val="115000"/>
              </a:lnSpc>
              <a:spcBef>
                <a:spcPts val="550"/>
              </a:spcBef>
              <a:spcAft>
                <a:spcPts val="0"/>
              </a:spcAft>
              <a:buSzPts val="800"/>
              <a:buChar char="○"/>
              <a:defRPr sz="800">
                <a:solidFill>
                  <a:schemeClr val="accent5"/>
                </a:solidFill>
              </a:defRPr>
            </a:lvl2pPr>
            <a:lvl3pPr marL="1371600" lvl="2" indent="-279400">
              <a:lnSpc>
                <a:spcPct val="115000"/>
              </a:lnSpc>
              <a:spcBef>
                <a:spcPts val="550"/>
              </a:spcBef>
              <a:spcAft>
                <a:spcPts val="0"/>
              </a:spcAft>
              <a:buSzPts val="800"/>
              <a:buChar char="■"/>
              <a:defRPr sz="800">
                <a:solidFill>
                  <a:schemeClr val="accent5"/>
                </a:solidFill>
              </a:defRPr>
            </a:lvl3pPr>
            <a:lvl4pPr marL="1828800" lvl="3" indent="-279400">
              <a:lnSpc>
                <a:spcPct val="115000"/>
              </a:lnSpc>
              <a:spcBef>
                <a:spcPts val="550"/>
              </a:spcBef>
              <a:spcAft>
                <a:spcPts val="0"/>
              </a:spcAft>
              <a:buClr>
                <a:schemeClr val="accent5"/>
              </a:buClr>
              <a:buSzPts val="800"/>
              <a:buChar char="●"/>
              <a:defRPr sz="800">
                <a:solidFill>
                  <a:schemeClr val="accent5"/>
                </a:solidFill>
              </a:defRPr>
            </a:lvl4pPr>
            <a:lvl5pPr marL="2286000" lvl="4" indent="-279400">
              <a:lnSpc>
                <a:spcPct val="115000"/>
              </a:lnSpc>
              <a:spcBef>
                <a:spcPts val="550"/>
              </a:spcBef>
              <a:spcAft>
                <a:spcPts val="0"/>
              </a:spcAft>
              <a:buClr>
                <a:schemeClr val="accent5"/>
              </a:buClr>
              <a:buSzPts val="800"/>
              <a:buChar char="○"/>
              <a:defRPr sz="800">
                <a:solidFill>
                  <a:schemeClr val="accent5"/>
                </a:solidFill>
              </a:defRPr>
            </a:lvl5pPr>
            <a:lvl6pPr marL="2743200" lvl="5" indent="-279400">
              <a:lnSpc>
                <a:spcPct val="115000"/>
              </a:lnSpc>
              <a:spcBef>
                <a:spcPts val="550"/>
              </a:spcBef>
              <a:spcAft>
                <a:spcPts val="0"/>
              </a:spcAft>
              <a:buClr>
                <a:schemeClr val="accent5"/>
              </a:buClr>
              <a:buSzPts val="800"/>
              <a:buChar char="■"/>
              <a:defRPr sz="800">
                <a:solidFill>
                  <a:schemeClr val="accent5"/>
                </a:solidFill>
              </a:defRPr>
            </a:lvl6pPr>
            <a:lvl7pPr marL="3200400" lvl="6" indent="-279400">
              <a:lnSpc>
                <a:spcPct val="115000"/>
              </a:lnSpc>
              <a:spcBef>
                <a:spcPts val="550"/>
              </a:spcBef>
              <a:spcAft>
                <a:spcPts val="0"/>
              </a:spcAft>
              <a:buClr>
                <a:schemeClr val="accent5"/>
              </a:buClr>
              <a:buSzPts val="800"/>
              <a:buChar char="●"/>
              <a:defRPr sz="800">
                <a:solidFill>
                  <a:schemeClr val="accent5"/>
                </a:solidFill>
              </a:defRPr>
            </a:lvl7pPr>
            <a:lvl8pPr marL="3657600" lvl="7" indent="-279400">
              <a:lnSpc>
                <a:spcPct val="115000"/>
              </a:lnSpc>
              <a:spcBef>
                <a:spcPts val="550"/>
              </a:spcBef>
              <a:spcAft>
                <a:spcPts val="0"/>
              </a:spcAft>
              <a:buClr>
                <a:schemeClr val="accent5"/>
              </a:buClr>
              <a:buSzPts val="800"/>
              <a:buChar char="○"/>
              <a:defRPr sz="800">
                <a:solidFill>
                  <a:schemeClr val="accent5"/>
                </a:solidFill>
              </a:defRPr>
            </a:lvl8pPr>
            <a:lvl9pPr marL="4114800" lvl="8" indent="-279400">
              <a:lnSpc>
                <a:spcPct val="115000"/>
              </a:lnSpc>
              <a:spcBef>
                <a:spcPts val="550"/>
              </a:spcBef>
              <a:spcAft>
                <a:spcPts val="550"/>
              </a:spcAft>
              <a:buClr>
                <a:schemeClr val="accent5"/>
              </a:buClr>
              <a:buSzPts val="800"/>
              <a:buChar char="■"/>
              <a:defRPr sz="8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11" name="Google Shape;311;p53"/>
          <p:cNvSpPr txBox="1"/>
          <p:nvPr>
            <p:ph type="title" idx="5"/>
          </p:nvPr>
        </p:nvSpPr>
        <p:spPr>
          <a:xfrm>
            <a:off x="5199006" y="1768695"/>
            <a:ext cx="1819200" cy="3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Lexend SemiBold"/>
              <a:buNone/>
              <a:defRPr sz="900">
                <a:solidFill>
                  <a:schemeClr val="accent6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exend SemiBold"/>
              <a:buNone/>
              <a:defRPr>
                <a:solidFill>
                  <a:schemeClr val="accent6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exend SemiBold"/>
              <a:buNone/>
              <a:defRPr>
                <a:solidFill>
                  <a:schemeClr val="accent6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exend SemiBold"/>
              <a:buNone/>
              <a:defRPr>
                <a:solidFill>
                  <a:schemeClr val="accent6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exend SemiBold"/>
              <a:buNone/>
              <a:defRPr>
                <a:solidFill>
                  <a:schemeClr val="accent6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exend SemiBold"/>
              <a:buNone/>
              <a:defRPr>
                <a:solidFill>
                  <a:schemeClr val="accent6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exend SemiBold"/>
              <a:buNone/>
              <a:defRPr>
                <a:solidFill>
                  <a:schemeClr val="accent6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exend SemiBold"/>
              <a:buNone/>
              <a:defRPr>
                <a:solidFill>
                  <a:schemeClr val="accent6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exend SemiBold"/>
              <a:buNone/>
              <a:defRPr>
                <a:solidFill>
                  <a:schemeClr val="accent6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12" name="Google Shape;312;p53"/>
          <p:cNvSpPr txBox="1"/>
          <p:nvPr>
            <p:ph type="body" idx="6"/>
          </p:nvPr>
        </p:nvSpPr>
        <p:spPr>
          <a:xfrm>
            <a:off x="5209045" y="2019695"/>
            <a:ext cx="18192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55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●"/>
              <a:defRPr sz="800">
                <a:solidFill>
                  <a:schemeClr val="accent6"/>
                </a:solidFill>
              </a:defRPr>
            </a:lvl1pPr>
            <a:lvl2pPr marL="914400" lvl="1" indent="-279400">
              <a:lnSpc>
                <a:spcPct val="115000"/>
              </a:lnSpc>
              <a:spcBef>
                <a:spcPts val="55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○"/>
              <a:defRPr sz="800">
                <a:solidFill>
                  <a:schemeClr val="accent6"/>
                </a:solidFill>
              </a:defRPr>
            </a:lvl2pPr>
            <a:lvl3pPr marL="1371600" lvl="2" indent="-279400">
              <a:lnSpc>
                <a:spcPct val="115000"/>
              </a:lnSpc>
              <a:spcBef>
                <a:spcPts val="55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■"/>
              <a:defRPr sz="800">
                <a:solidFill>
                  <a:schemeClr val="accent6"/>
                </a:solidFill>
              </a:defRPr>
            </a:lvl3pPr>
            <a:lvl4pPr marL="1828800" lvl="3" indent="-279400">
              <a:lnSpc>
                <a:spcPct val="115000"/>
              </a:lnSpc>
              <a:spcBef>
                <a:spcPts val="55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●"/>
              <a:defRPr sz="800">
                <a:solidFill>
                  <a:schemeClr val="accent6"/>
                </a:solidFill>
              </a:defRPr>
            </a:lvl4pPr>
            <a:lvl5pPr marL="2286000" lvl="4" indent="-279400">
              <a:lnSpc>
                <a:spcPct val="115000"/>
              </a:lnSpc>
              <a:spcBef>
                <a:spcPts val="55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○"/>
              <a:defRPr sz="800">
                <a:solidFill>
                  <a:schemeClr val="accent6"/>
                </a:solidFill>
              </a:defRPr>
            </a:lvl5pPr>
            <a:lvl6pPr marL="2743200" lvl="5" indent="-279400">
              <a:lnSpc>
                <a:spcPct val="115000"/>
              </a:lnSpc>
              <a:spcBef>
                <a:spcPts val="55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■"/>
              <a:defRPr sz="800">
                <a:solidFill>
                  <a:schemeClr val="accent6"/>
                </a:solidFill>
              </a:defRPr>
            </a:lvl6pPr>
            <a:lvl7pPr marL="3200400" lvl="6" indent="-279400">
              <a:lnSpc>
                <a:spcPct val="115000"/>
              </a:lnSpc>
              <a:spcBef>
                <a:spcPts val="55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●"/>
              <a:defRPr sz="800">
                <a:solidFill>
                  <a:schemeClr val="accent6"/>
                </a:solidFill>
              </a:defRPr>
            </a:lvl7pPr>
            <a:lvl8pPr marL="3657600" lvl="7" indent="-279400">
              <a:lnSpc>
                <a:spcPct val="115000"/>
              </a:lnSpc>
              <a:spcBef>
                <a:spcPts val="55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○"/>
              <a:defRPr sz="800">
                <a:solidFill>
                  <a:schemeClr val="accent6"/>
                </a:solidFill>
              </a:defRPr>
            </a:lvl8pPr>
            <a:lvl9pPr marL="4114800" lvl="8" indent="-279400">
              <a:lnSpc>
                <a:spcPct val="115000"/>
              </a:lnSpc>
              <a:spcBef>
                <a:spcPts val="550"/>
              </a:spcBef>
              <a:spcAft>
                <a:spcPts val="550"/>
              </a:spcAft>
              <a:buClr>
                <a:schemeClr val="accent6"/>
              </a:buClr>
              <a:buSzPts val="800"/>
              <a:buChar char="■"/>
              <a:defRPr sz="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13" name="Google Shape;313;p53"/>
          <p:cNvSpPr txBox="1"/>
          <p:nvPr>
            <p:ph type="title" idx="7"/>
          </p:nvPr>
        </p:nvSpPr>
        <p:spPr>
          <a:xfrm>
            <a:off x="7144552" y="1768695"/>
            <a:ext cx="1819200" cy="3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Lexend SemiBold"/>
              <a:buNone/>
              <a:defRPr sz="900">
                <a:solidFill>
                  <a:schemeClr val="accent6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exend SemiBold"/>
              <a:buNone/>
              <a:defRPr>
                <a:solidFill>
                  <a:schemeClr val="accent6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exend SemiBold"/>
              <a:buNone/>
              <a:defRPr>
                <a:solidFill>
                  <a:schemeClr val="accent6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exend SemiBold"/>
              <a:buNone/>
              <a:defRPr>
                <a:solidFill>
                  <a:schemeClr val="accent6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exend SemiBold"/>
              <a:buNone/>
              <a:defRPr>
                <a:solidFill>
                  <a:schemeClr val="accent6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exend SemiBold"/>
              <a:buNone/>
              <a:defRPr>
                <a:solidFill>
                  <a:schemeClr val="accent6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exend SemiBold"/>
              <a:buNone/>
              <a:defRPr>
                <a:solidFill>
                  <a:schemeClr val="accent6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exend SemiBold"/>
              <a:buNone/>
              <a:defRPr>
                <a:solidFill>
                  <a:schemeClr val="accent6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exend SemiBold"/>
              <a:buNone/>
              <a:defRPr>
                <a:solidFill>
                  <a:schemeClr val="accent6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314" name="Google Shape;314;p53"/>
          <p:cNvSpPr txBox="1"/>
          <p:nvPr>
            <p:ph type="body" idx="8"/>
          </p:nvPr>
        </p:nvSpPr>
        <p:spPr>
          <a:xfrm>
            <a:off x="7154591" y="2019695"/>
            <a:ext cx="18192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55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●"/>
              <a:defRPr sz="800">
                <a:solidFill>
                  <a:schemeClr val="accent6"/>
                </a:solidFill>
              </a:defRPr>
            </a:lvl1pPr>
            <a:lvl2pPr marL="914400" lvl="1" indent="-279400">
              <a:lnSpc>
                <a:spcPct val="115000"/>
              </a:lnSpc>
              <a:spcBef>
                <a:spcPts val="55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○"/>
              <a:defRPr sz="800">
                <a:solidFill>
                  <a:schemeClr val="accent6"/>
                </a:solidFill>
              </a:defRPr>
            </a:lvl2pPr>
            <a:lvl3pPr marL="1371600" lvl="2" indent="-279400">
              <a:lnSpc>
                <a:spcPct val="115000"/>
              </a:lnSpc>
              <a:spcBef>
                <a:spcPts val="55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■"/>
              <a:defRPr sz="800">
                <a:solidFill>
                  <a:schemeClr val="accent6"/>
                </a:solidFill>
              </a:defRPr>
            </a:lvl3pPr>
            <a:lvl4pPr marL="1828800" lvl="3" indent="-279400">
              <a:lnSpc>
                <a:spcPct val="115000"/>
              </a:lnSpc>
              <a:spcBef>
                <a:spcPts val="55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●"/>
              <a:defRPr sz="800">
                <a:solidFill>
                  <a:schemeClr val="accent6"/>
                </a:solidFill>
              </a:defRPr>
            </a:lvl4pPr>
            <a:lvl5pPr marL="2286000" lvl="4" indent="-279400">
              <a:lnSpc>
                <a:spcPct val="115000"/>
              </a:lnSpc>
              <a:spcBef>
                <a:spcPts val="55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○"/>
              <a:defRPr sz="800">
                <a:solidFill>
                  <a:schemeClr val="accent6"/>
                </a:solidFill>
              </a:defRPr>
            </a:lvl5pPr>
            <a:lvl6pPr marL="2743200" lvl="5" indent="-279400">
              <a:lnSpc>
                <a:spcPct val="115000"/>
              </a:lnSpc>
              <a:spcBef>
                <a:spcPts val="55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■"/>
              <a:defRPr sz="800">
                <a:solidFill>
                  <a:schemeClr val="accent6"/>
                </a:solidFill>
              </a:defRPr>
            </a:lvl6pPr>
            <a:lvl7pPr marL="3200400" lvl="6" indent="-279400">
              <a:lnSpc>
                <a:spcPct val="115000"/>
              </a:lnSpc>
              <a:spcBef>
                <a:spcPts val="55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●"/>
              <a:defRPr sz="800">
                <a:solidFill>
                  <a:schemeClr val="accent6"/>
                </a:solidFill>
              </a:defRPr>
            </a:lvl7pPr>
            <a:lvl8pPr marL="3657600" lvl="7" indent="-279400">
              <a:lnSpc>
                <a:spcPct val="115000"/>
              </a:lnSpc>
              <a:spcBef>
                <a:spcPts val="550"/>
              </a:spcBef>
              <a:spcAft>
                <a:spcPts val="0"/>
              </a:spcAft>
              <a:buClr>
                <a:schemeClr val="accent6"/>
              </a:buClr>
              <a:buSzPts val="800"/>
              <a:buChar char="○"/>
              <a:defRPr sz="800">
                <a:solidFill>
                  <a:schemeClr val="accent6"/>
                </a:solidFill>
              </a:defRPr>
            </a:lvl8pPr>
            <a:lvl9pPr marL="4114800" lvl="8" indent="-279400">
              <a:lnSpc>
                <a:spcPct val="115000"/>
              </a:lnSpc>
              <a:spcBef>
                <a:spcPts val="550"/>
              </a:spcBef>
              <a:spcAft>
                <a:spcPts val="550"/>
              </a:spcAft>
              <a:buClr>
                <a:schemeClr val="accent6"/>
              </a:buClr>
              <a:buSzPts val="800"/>
              <a:buChar char="■"/>
              <a:defRPr sz="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15" name="Google Shape;315;p53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18" name="Google Shape;318;p54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19" name="Google Shape;319;p5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>
              <a:buNone/>
              <a:defRPr sz="700"/>
            </a:lvl1pPr>
            <a:lvl2pPr lvl="1">
              <a:buNone/>
              <a:defRPr sz="700"/>
            </a:lvl2pPr>
            <a:lvl3pPr lvl="2">
              <a:buNone/>
              <a:defRPr sz="700"/>
            </a:lvl3pPr>
            <a:lvl4pPr lvl="3">
              <a:buNone/>
              <a:defRPr sz="700"/>
            </a:lvl4pPr>
            <a:lvl5pPr lvl="4">
              <a:buNone/>
              <a:defRPr sz="700"/>
            </a:lvl5pPr>
            <a:lvl6pPr lvl="5">
              <a:buNone/>
              <a:defRPr sz="700"/>
            </a:lvl6pPr>
            <a:lvl7pPr lvl="6">
              <a:buNone/>
              <a:defRPr sz="700"/>
            </a:lvl7pPr>
            <a:lvl8pPr lvl="7">
              <a:buNone/>
              <a:defRPr sz="700"/>
            </a:lvl8pPr>
            <a:lvl9pPr lvl="8">
              <a:buNone/>
              <a:defRPr sz="7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3">
  <p:cSld name="TITLE_3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2" name="Google Shape;322;p55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3" name="Google Shape;323;p5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>
              <a:buNone/>
              <a:defRPr sz="700"/>
            </a:lvl1pPr>
            <a:lvl2pPr lvl="1">
              <a:buNone/>
              <a:defRPr sz="700"/>
            </a:lvl2pPr>
            <a:lvl3pPr lvl="2">
              <a:buNone/>
              <a:defRPr sz="700"/>
            </a:lvl3pPr>
            <a:lvl4pPr lvl="3">
              <a:buNone/>
              <a:defRPr sz="700"/>
            </a:lvl4pPr>
            <a:lvl5pPr lvl="4">
              <a:buNone/>
              <a:defRPr sz="700"/>
            </a:lvl5pPr>
            <a:lvl6pPr lvl="5">
              <a:buNone/>
              <a:defRPr sz="700"/>
            </a:lvl6pPr>
            <a:lvl7pPr lvl="6">
              <a:buNone/>
              <a:defRPr sz="700"/>
            </a:lvl7pPr>
            <a:lvl8pPr lvl="7">
              <a:buNone/>
              <a:defRPr sz="700"/>
            </a:lvl8pPr>
            <a:lvl9pPr lvl="8">
              <a:buNone/>
              <a:defRPr sz="7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7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6"/>
          <p:cNvSpPr txBox="1"/>
          <p:nvPr>
            <p:ph type="title"/>
          </p:nvPr>
        </p:nvSpPr>
        <p:spPr>
          <a:xfrm>
            <a:off x="311700" y="283678"/>
            <a:ext cx="85206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6" name="Google Shape;326;p56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pic>
        <p:nvPicPr>
          <p:cNvPr id="327" name="Google Shape;327;p5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56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7"/>
          <p:cNvSpPr txBox="1"/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6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3" name="Google Shape;333;p58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8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8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8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800"/>
              </a:spcBef>
              <a:spcAft>
                <a:spcPts val="80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34" name="Google Shape;334;p5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>
              <a:buNone/>
              <a:defRPr sz="700"/>
            </a:lvl1pPr>
            <a:lvl2pPr lvl="1">
              <a:buNone/>
              <a:defRPr sz="700"/>
            </a:lvl2pPr>
            <a:lvl3pPr lvl="2">
              <a:buNone/>
              <a:defRPr sz="700"/>
            </a:lvl3pPr>
            <a:lvl4pPr lvl="3">
              <a:buNone/>
              <a:defRPr sz="700"/>
            </a:lvl4pPr>
            <a:lvl5pPr lvl="4">
              <a:buNone/>
              <a:defRPr sz="700"/>
            </a:lvl5pPr>
            <a:lvl6pPr lvl="5">
              <a:buNone/>
              <a:defRPr sz="700"/>
            </a:lvl6pPr>
            <a:lvl7pPr lvl="6">
              <a:buNone/>
              <a:defRPr sz="700"/>
            </a:lvl7pPr>
            <a:lvl8pPr lvl="7">
              <a:buNone/>
              <a:defRPr sz="700"/>
            </a:lvl8pPr>
            <a:lvl9pPr lvl="8">
              <a:buNone/>
              <a:defRPr sz="7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335" name="Google Shape;335;p58"/>
          <p:cNvSpPr txBox="1"/>
          <p:nvPr>
            <p:ph type="subTitle" idx="2"/>
          </p:nvPr>
        </p:nvSpPr>
        <p:spPr>
          <a:xfrm>
            <a:off x="173025" y="4712375"/>
            <a:ext cx="4008000" cy="2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Lexend Light"/>
              <a:buNone/>
              <a:defRPr sz="6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Lexend Light"/>
              <a:buNone/>
              <a:defRPr sz="8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Lexend Light"/>
              <a:buNone/>
              <a:defRPr sz="8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Lexend Light"/>
              <a:buNone/>
              <a:defRPr sz="8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Lexend Light"/>
              <a:buNone/>
              <a:defRPr sz="8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Lexend Light"/>
              <a:buNone/>
              <a:defRPr sz="8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Lexend Light"/>
              <a:buNone/>
              <a:defRPr sz="8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Lexend Light"/>
              <a:buNone/>
              <a:defRPr sz="8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800"/>
              <a:buFont typeface="Lexend Light"/>
              <a:buNone/>
              <a:defRPr sz="8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pic>
        <p:nvPicPr>
          <p:cNvPr id="336" name="Google Shape;336;p5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637181" y="4711201"/>
            <a:ext cx="211325" cy="21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(g3e22e940102_8_0)">
  <p:cSld name="Title and two columns (g3e22e940102_8_0)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9"/>
          <p:cNvSpPr txBox="1"/>
          <p:nvPr>
            <p:ph type="title"/>
          </p:nvPr>
        </p:nvSpPr>
        <p:spPr>
          <a:xfrm>
            <a:off x="217606" y="445025"/>
            <a:ext cx="85206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9" name="Google Shape;339;p59"/>
          <p:cNvSpPr txBox="1"/>
          <p:nvPr>
            <p:ph type="body" idx="1"/>
          </p:nvPr>
        </p:nvSpPr>
        <p:spPr>
          <a:xfrm>
            <a:off x="217606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40" name="Google Shape;340;p59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41" name="Google Shape;341;p59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mple Section Break or Main Point">
  <p:cSld name="Simple Section Break or Main Point (g3f96ab0672c_15_0)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0"/>
          <p:cNvSpPr txBox="1"/>
          <p:nvPr>
            <p:ph type="title"/>
          </p:nvPr>
        </p:nvSpPr>
        <p:spPr>
          <a:xfrm>
            <a:off x="311700" y="2007945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exend Light"/>
              <a:buNone/>
              <a:defRPr sz="32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44" name="Google Shape;344;p60"/>
          <p:cNvSpPr txBox="1"/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(g3f96ab0672c_34_0)">
  <p:cSld name="Title and two columns (g3f96ab0672c_34_0)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1"/>
          <p:cNvSpPr txBox="1"/>
          <p:nvPr>
            <p:ph type="title"/>
          </p:nvPr>
        </p:nvSpPr>
        <p:spPr>
          <a:xfrm>
            <a:off x="217606" y="445025"/>
            <a:ext cx="85206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7" name="Google Shape;347;p61"/>
          <p:cNvSpPr txBox="1"/>
          <p:nvPr>
            <p:ph type="body" idx="1"/>
          </p:nvPr>
        </p:nvSpPr>
        <p:spPr>
          <a:xfrm>
            <a:off x="217606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48" name="Google Shape;348;p61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49" name="Google Shape;349;p61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>
            <a:lvl1pPr lvl="0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algn="l">
              <a:buNone/>
              <a:defRPr sz="7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ate - Opt 2">
  <p:cSld name="End Slate - Opt 2 (g3f96b716bbc_28_0)">
    <p:bg>
      <p:bgPr>
        <a:solidFill>
          <a:schemeClr val="accent3"/>
        </a:solidFill>
        <a:effectLst/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2"/>
          <p:cNvSpPr txBox="1"/>
          <p:nvPr>
            <p:ph type="title"/>
          </p:nvPr>
        </p:nvSpPr>
        <p:spPr>
          <a:xfrm>
            <a:off x="567075" y="368375"/>
            <a:ext cx="3184500" cy="10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Light"/>
              <a:buNone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Light"/>
              <a:buNone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Light"/>
              <a:buNone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Light"/>
              <a:buNone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Light"/>
              <a:buNone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Light"/>
              <a:buNone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Light"/>
              <a:buNone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Light"/>
              <a:buNone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52" name="Google Shape;352;p62"/>
          <p:cNvSpPr txBox="1"/>
          <p:nvPr>
            <p:ph type="body" idx="1"/>
          </p:nvPr>
        </p:nvSpPr>
        <p:spPr>
          <a:xfrm>
            <a:off x="5951600" y="2806750"/>
            <a:ext cx="2719500" cy="8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62"/>
          <p:cNvSpPr txBox="1"/>
          <p:nvPr>
            <p:ph type="body" idx="2"/>
          </p:nvPr>
        </p:nvSpPr>
        <p:spPr>
          <a:xfrm>
            <a:off x="5951600" y="3772553"/>
            <a:ext cx="2719500" cy="8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62"/>
          <p:cNvSpPr txBox="1"/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9" Type="http://schemas.openxmlformats.org/officeDocument/2006/relationships/theme" Target="../theme/theme2.xml"/><Relationship Id="rId48" Type="http://schemas.openxmlformats.org/officeDocument/2006/relationships/slideLayout" Target="../slideLayouts/slideLayout60.xml"/><Relationship Id="rId47" Type="http://schemas.openxmlformats.org/officeDocument/2006/relationships/slideLayout" Target="../slideLayouts/slideLayout59.xml"/><Relationship Id="rId46" Type="http://schemas.openxmlformats.org/officeDocument/2006/relationships/slideLayout" Target="../slideLayouts/slideLayout58.xml"/><Relationship Id="rId45" Type="http://schemas.openxmlformats.org/officeDocument/2006/relationships/slideLayout" Target="../slideLayouts/slideLayout57.xml"/><Relationship Id="rId44" Type="http://schemas.openxmlformats.org/officeDocument/2006/relationships/slideLayout" Target="../slideLayouts/slideLayout56.xml"/><Relationship Id="rId43" Type="http://schemas.openxmlformats.org/officeDocument/2006/relationships/slideLayout" Target="../slideLayouts/slideLayout55.xml"/><Relationship Id="rId42" Type="http://schemas.openxmlformats.org/officeDocument/2006/relationships/slideLayout" Target="../slideLayouts/slideLayout54.xml"/><Relationship Id="rId41" Type="http://schemas.openxmlformats.org/officeDocument/2006/relationships/slideLayout" Target="../slideLayouts/slideLayout53.xml"/><Relationship Id="rId4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16.xml"/><Relationship Id="rId39" Type="http://schemas.openxmlformats.org/officeDocument/2006/relationships/slideLayout" Target="../slideLayouts/slideLayout51.xml"/><Relationship Id="rId38" Type="http://schemas.openxmlformats.org/officeDocument/2006/relationships/slideLayout" Target="../slideLayouts/slideLayout50.xml"/><Relationship Id="rId37" Type="http://schemas.openxmlformats.org/officeDocument/2006/relationships/slideLayout" Target="../slideLayouts/slideLayout49.xml"/><Relationship Id="rId36" Type="http://schemas.openxmlformats.org/officeDocument/2006/relationships/slideLayout" Target="../slideLayouts/slideLayout48.xml"/><Relationship Id="rId35" Type="http://schemas.openxmlformats.org/officeDocument/2006/relationships/slideLayout" Target="../slideLayouts/slideLayout47.xml"/><Relationship Id="rId34" Type="http://schemas.openxmlformats.org/officeDocument/2006/relationships/slideLayout" Target="../slideLayouts/slideLayout46.xml"/><Relationship Id="rId33" Type="http://schemas.openxmlformats.org/officeDocument/2006/relationships/slideLayout" Target="../slideLayouts/slideLayout45.xml"/><Relationship Id="rId32" Type="http://schemas.openxmlformats.org/officeDocument/2006/relationships/slideLayout" Target="../slideLayouts/slideLayout44.xml"/><Relationship Id="rId31" Type="http://schemas.openxmlformats.org/officeDocument/2006/relationships/slideLayout" Target="../slideLayouts/slideLayout43.xml"/><Relationship Id="rId30" Type="http://schemas.openxmlformats.org/officeDocument/2006/relationships/slideLayout" Target="../slideLayouts/slideLayout42.xml"/><Relationship Id="rId3" Type="http://schemas.openxmlformats.org/officeDocument/2006/relationships/slideLayout" Target="../slideLayouts/slideLayout15.xml"/><Relationship Id="rId29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2.xml"/><Relationship Id="rId2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11700" y="445025"/>
            <a:ext cx="8520600" cy="6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341"/>
              </a:buClr>
              <a:buSzPts val="3200"/>
              <a:buFont typeface="Lexend Light"/>
              <a:buNone/>
              <a:defRPr sz="3200">
                <a:solidFill>
                  <a:srgbClr val="27334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73341"/>
              </a:buClr>
              <a:buSzPts val="2800"/>
              <a:buNone/>
              <a:defRPr sz="2800">
                <a:solidFill>
                  <a:srgbClr val="27334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73341"/>
              </a:buClr>
              <a:buSzPts val="2800"/>
              <a:buNone/>
              <a:defRPr sz="2800">
                <a:solidFill>
                  <a:srgbClr val="27334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73341"/>
              </a:buClr>
              <a:buSzPts val="2800"/>
              <a:buNone/>
              <a:defRPr sz="2800">
                <a:solidFill>
                  <a:srgbClr val="27334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73341"/>
              </a:buClr>
              <a:buSzPts val="2800"/>
              <a:buNone/>
              <a:defRPr sz="2800">
                <a:solidFill>
                  <a:srgbClr val="27334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73341"/>
              </a:buClr>
              <a:buSzPts val="2800"/>
              <a:buNone/>
              <a:defRPr sz="2800">
                <a:solidFill>
                  <a:srgbClr val="27334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73341"/>
              </a:buClr>
              <a:buSzPts val="2800"/>
              <a:buNone/>
              <a:defRPr sz="2800">
                <a:solidFill>
                  <a:srgbClr val="27334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73341"/>
              </a:buClr>
              <a:buSzPts val="2800"/>
              <a:buNone/>
              <a:defRPr sz="2800">
                <a:solidFill>
                  <a:srgbClr val="27334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73341"/>
              </a:buClr>
              <a:buSzPts val="2800"/>
              <a:buNone/>
              <a:defRPr sz="2800">
                <a:solidFill>
                  <a:srgbClr val="273341"/>
                </a:solidFill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Lexend Light"/>
              <a:buChar char="●"/>
              <a:defRPr sz="16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marL="914400" lvl="1" indent="-33020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Lexend Light"/>
              <a:buChar char="○"/>
              <a:defRPr sz="16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marL="1371600" lvl="2" indent="-33020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Lexend Light"/>
              <a:buChar char="■"/>
              <a:defRPr sz="16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marL="1828800" lvl="3" indent="-33020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Lexend Light"/>
              <a:buChar char="●"/>
              <a:defRPr sz="16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marL="2286000" lvl="4" indent="-33020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Lexend Light"/>
              <a:buChar char="○"/>
              <a:defRPr sz="16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marL="2743200" lvl="5" indent="-33020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Lexend Light"/>
              <a:buChar char="■"/>
              <a:defRPr sz="16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marL="3200400" lvl="6" indent="-33020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Lexend Light"/>
              <a:buChar char="●"/>
              <a:defRPr sz="16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marL="3657600" lvl="7" indent="-33020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Lexend Light"/>
              <a:buChar char="○"/>
              <a:defRPr sz="16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marL="4114800" lvl="8" indent="-330200"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600"/>
              <a:buFont typeface="Lexend Light"/>
              <a:buChar char="■"/>
              <a:defRPr sz="16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buNone/>
              <a:defRPr sz="13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buNone/>
              <a:defRPr sz="13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buNone/>
              <a:defRPr sz="13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buNone/>
              <a:defRPr sz="13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buNone/>
              <a:defRPr sz="13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buNone/>
              <a:defRPr sz="13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buNone/>
              <a:defRPr sz="13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buNone/>
              <a:defRPr sz="1300">
                <a:solidFill>
                  <a:schemeClr val="lt2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1" r:id="rId40"/>
    <p:sldLayoutId id="2147483702" r:id="rId41"/>
    <p:sldLayoutId id="2147483703" r:id="rId42"/>
    <p:sldLayoutId id="2147483704" r:id="rId43"/>
    <p:sldLayoutId id="2147483705" r:id="rId44"/>
    <p:sldLayoutId id="2147483706" r:id="rId45"/>
    <p:sldLayoutId id="2147483707" r:id="rId46"/>
    <p:sldLayoutId id="2147483708" r:id="rId47"/>
    <p:sldLayoutId id="2147483709" r:id="rId4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58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5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9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60.xml"/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3"/>
          <p:cNvSpPr/>
          <p:nvPr/>
        </p:nvSpPr>
        <p:spPr>
          <a:xfrm>
            <a:off x="2839050" y="3386650"/>
            <a:ext cx="5480400" cy="101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0" name="Google Shape;360;p63"/>
          <p:cNvSpPr/>
          <p:nvPr/>
        </p:nvSpPr>
        <p:spPr>
          <a:xfrm>
            <a:off x="823763" y="3386650"/>
            <a:ext cx="39600" cy="1016400"/>
          </a:xfrm>
          <a:prstGeom prst="rect">
            <a:avLst/>
          </a:prstGeom>
          <a:solidFill>
            <a:srgbClr val="EA1B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1" name="Google Shape;361;p63"/>
          <p:cNvSpPr/>
          <p:nvPr/>
        </p:nvSpPr>
        <p:spPr>
          <a:xfrm>
            <a:off x="898412" y="3386650"/>
            <a:ext cx="1905600" cy="101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62" name="Google Shape;362;p6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105300" y="3660262"/>
            <a:ext cx="1491825" cy="46917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63"/>
          <p:cNvSpPr txBox="1"/>
          <p:nvPr>
            <p:ph type="title" idx="4294967295"/>
          </p:nvPr>
        </p:nvSpPr>
        <p:spPr>
          <a:xfrm>
            <a:off x="2879000" y="3435575"/>
            <a:ext cx="5390700" cy="75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 agent-ready booking for Five Star Alliance using MCP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4"/>
          <p:cNvSpPr txBox="1"/>
          <p:nvPr>
            <p:ph type="title"/>
          </p:nvPr>
        </p:nvSpPr>
        <p:spPr>
          <a:xfrm>
            <a:off x="2429000" y="1697584"/>
            <a:ext cx="6245100" cy="12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Model Context Protocol (MCP)?</a:t>
            </a:r>
            <a:endParaRPr lang="en-GB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69" name="Google Shape;369;p64"/>
          <p:cNvSpPr/>
          <p:nvPr/>
        </p:nvSpPr>
        <p:spPr>
          <a:xfrm>
            <a:off x="4035256" y="-6379"/>
            <a:ext cx="1085100" cy="218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latin typeface="Lexend Medium"/>
                <a:ea typeface="Lexend Medium"/>
                <a:cs typeface="Lexend Medium"/>
                <a:sym typeface="Lexend Medium"/>
              </a:rPr>
              <a:t>Example Slide</a:t>
            </a:r>
            <a:endParaRPr sz="6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grpSp>
        <p:nvGrpSpPr>
          <p:cNvPr id="370" name="Google Shape;370;p64"/>
          <p:cNvGrpSpPr/>
          <p:nvPr/>
        </p:nvGrpSpPr>
        <p:grpSpPr>
          <a:xfrm>
            <a:off x="333375" y="4714875"/>
            <a:ext cx="476400" cy="285900"/>
            <a:chOff x="0" y="0"/>
            <a:chExt cx="476400" cy="285900"/>
          </a:xfrm>
        </p:grpSpPr>
        <p:sp>
          <p:nvSpPr>
            <p:cNvPr id="371" name="Google Shape;371;p64"/>
            <p:cNvSpPr/>
            <p:nvPr/>
          </p:nvSpPr>
          <p:spPr>
            <a:xfrm>
              <a:off x="0" y="0"/>
              <a:ext cx="4764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72" name="Google Shape;372;p64"/>
            <p:cNvSpPr txBox="1"/>
            <p:nvPr/>
          </p:nvSpPr>
          <p:spPr>
            <a:xfrm>
              <a:off x="0" y="0"/>
              <a:ext cx="476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solidFill>
                  <a:srgbClr val="67677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6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543925" y="4695825"/>
            <a:ext cx="209700" cy="2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64"/>
          <p:cNvSpPr txBox="1"/>
          <p:nvPr>
            <p:ph type="sldNum" idx="12"/>
          </p:nvPr>
        </p:nvSpPr>
        <p:spPr>
          <a:xfrm>
            <a:off x="194858" y="4778219"/>
            <a:ext cx="326100" cy="20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700"/>
            </a:fld>
            <a:endParaRPr sz="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3D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6EEDE"/>
              </a:solidFill>
            </a:endParaRPr>
          </a:p>
        </p:txBody>
      </p:sp>
      <p:sp>
        <p:nvSpPr>
          <p:cNvPr id="380" name="Google Shape;380;p65"/>
          <p:cNvSpPr txBox="1"/>
          <p:nvPr>
            <p:ph type="title"/>
          </p:nvPr>
        </p:nvSpPr>
        <p:spPr>
          <a:xfrm>
            <a:off x="635550" y="808575"/>
            <a:ext cx="34698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WITHOUT MCP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81" name="Google Shape;381;p65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382" name="Google Shape;382;p65"/>
          <p:cNvSpPr txBox="1"/>
          <p:nvPr>
            <p:ph type="body" idx="3"/>
          </p:nvPr>
        </p:nvSpPr>
        <p:spPr>
          <a:xfrm>
            <a:off x="5395500" y="1583775"/>
            <a:ext cx="3862800" cy="31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Real-time availability from the live database</a:t>
            </a:r>
            <a:endParaRPr lang="en-GB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GB"/>
              <a:t>Real-time pricing via the MCP server</a:t>
            </a:r>
            <a:endParaRPr lang="en-GB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GB"/>
              <a:t>In-chat booking creation and confirmation</a:t>
            </a:r>
            <a:endParaRPr lang="en-GB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GB"/>
              <a:t>Zero context switching for the guest</a:t>
            </a:r>
            <a:endParaRPr lang="en-GB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</a:p>
        </p:txBody>
      </p:sp>
      <p:sp>
        <p:nvSpPr>
          <p:cNvPr id="383" name="Google Shape;383;p65"/>
          <p:cNvSpPr txBox="1"/>
          <p:nvPr>
            <p:ph type="title" idx="2"/>
          </p:nvPr>
        </p:nvSpPr>
        <p:spPr>
          <a:xfrm>
            <a:off x="5379000" y="808575"/>
            <a:ext cx="29172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WITH MCP</a:t>
            </a:r>
            <a:endParaRPr lang="en-GB"/>
          </a:p>
        </p:txBody>
      </p:sp>
      <p:sp>
        <p:nvSpPr>
          <p:cNvPr id="384" name="Google Shape;384;p65"/>
          <p:cNvSpPr txBox="1"/>
          <p:nvPr>
            <p:ph type="body" idx="1"/>
          </p:nvPr>
        </p:nvSpPr>
        <p:spPr>
          <a:xfrm>
            <a:off x="652125" y="1583775"/>
            <a:ext cx="3862800" cy="31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No real-time pricing</a:t>
            </a: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No live availability</a:t>
            </a: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No in-chat booking capability</a:t>
            </a:r>
            <a:endParaRPr lang="en-GB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Guests must leave the conversation to complete their booking</a:t>
            </a:r>
            <a:endParaRPr lang="en-GB"/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</a:p>
        </p:txBody>
      </p:sp>
      <p:pic>
        <p:nvPicPr>
          <p:cNvPr id="385" name="Google Shape;385;p6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6"/>
          <p:cNvSpPr txBox="1"/>
          <p:nvPr>
            <p:ph type="title"/>
          </p:nvPr>
        </p:nvSpPr>
        <p:spPr>
          <a:xfrm>
            <a:off x="2428875" y="1697355"/>
            <a:ext cx="6245225" cy="15017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How the FSA demo is wired</a:t>
            </a:r>
            <a:endParaRPr lang="en-GB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1" name="Google Shape;391;p66"/>
          <p:cNvSpPr/>
          <p:nvPr/>
        </p:nvSpPr>
        <p:spPr>
          <a:xfrm>
            <a:off x="4035256" y="-6379"/>
            <a:ext cx="1085100" cy="218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latin typeface="Lexend Medium"/>
                <a:ea typeface="Lexend Medium"/>
                <a:cs typeface="Lexend Medium"/>
                <a:sym typeface="Lexend Medium"/>
              </a:rPr>
              <a:t>Example Slide</a:t>
            </a:r>
            <a:endParaRPr sz="6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grpSp>
        <p:nvGrpSpPr>
          <p:cNvPr id="392" name="Google Shape;392;p66"/>
          <p:cNvGrpSpPr/>
          <p:nvPr/>
        </p:nvGrpSpPr>
        <p:grpSpPr>
          <a:xfrm>
            <a:off x="333375" y="4714875"/>
            <a:ext cx="476400" cy="285900"/>
            <a:chOff x="0" y="0"/>
            <a:chExt cx="476400" cy="285900"/>
          </a:xfrm>
        </p:grpSpPr>
        <p:sp>
          <p:nvSpPr>
            <p:cNvPr id="393" name="Google Shape;393;p66"/>
            <p:cNvSpPr/>
            <p:nvPr/>
          </p:nvSpPr>
          <p:spPr>
            <a:xfrm>
              <a:off x="0" y="0"/>
              <a:ext cx="4764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4" name="Google Shape;394;p66"/>
            <p:cNvSpPr txBox="1"/>
            <p:nvPr/>
          </p:nvSpPr>
          <p:spPr>
            <a:xfrm>
              <a:off x="0" y="0"/>
              <a:ext cx="4764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 b="0">
                  <a:solidFill>
                    <a:srgbClr val="676775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000" b="0">
                <a:solidFill>
                  <a:srgbClr val="676775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95" name="Google Shape;395;p6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6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1" name="Google Shape;401;p67"/>
          <p:cNvGrpSpPr/>
          <p:nvPr/>
        </p:nvGrpSpPr>
        <p:grpSpPr>
          <a:xfrm>
            <a:off x="381000" y="238125"/>
            <a:ext cx="8382000" cy="809700"/>
            <a:chOff x="0" y="0"/>
            <a:chExt cx="8382000" cy="809700"/>
          </a:xfrm>
        </p:grpSpPr>
        <p:sp>
          <p:nvSpPr>
            <p:cNvPr id="402" name="Google Shape;402;p67"/>
            <p:cNvSpPr/>
            <p:nvPr/>
          </p:nvSpPr>
          <p:spPr>
            <a:xfrm>
              <a:off x="0" y="0"/>
              <a:ext cx="2286000" cy="809700"/>
            </a:xfrm>
            <a:prstGeom prst="roundRect">
              <a:avLst>
                <a:gd name="adj" fmla="val 14117"/>
              </a:avLst>
            </a:prstGeom>
            <a:solidFill>
              <a:srgbClr val="FFFFFF"/>
            </a:solidFill>
            <a:ln w="14300" cap="flat" cmpd="sng">
              <a:solidFill>
                <a:srgbClr val="E2DC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3" name="Google Shape;403;p67"/>
            <p:cNvSpPr txBox="1"/>
            <p:nvPr/>
          </p:nvSpPr>
          <p:spPr>
            <a:xfrm>
              <a:off x="0" y="0"/>
              <a:ext cx="2286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19050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 b="0">
                  <a:solidFill>
                    <a:srgbClr val="373742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Claude AI</a:t>
              </a:r>
              <a:endParaRPr sz="1500" b="0">
                <a:solidFill>
                  <a:srgbClr val="373742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1000" b="0">
                  <a:solidFill>
                    <a:srgbClr val="8E8E9F"/>
                  </a:solidFill>
                  <a:latin typeface="Lexend Light"/>
                  <a:ea typeface="Lexend Light"/>
                  <a:cs typeface="Lexend Light"/>
                  <a:sym typeface="Lexend Light"/>
                </a:rPr>
                <a:t>Reasoning &amp; Tool Call</a:t>
              </a:r>
              <a:endParaRPr sz="1000" b="0">
                <a:solidFill>
                  <a:srgbClr val="8E8E9F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  <p:grpSp>
          <p:nvGrpSpPr>
            <p:cNvPr id="404" name="Google Shape;404;p67"/>
            <p:cNvGrpSpPr/>
            <p:nvPr/>
          </p:nvGrpSpPr>
          <p:grpSpPr>
            <a:xfrm>
              <a:off x="2428875" y="357188"/>
              <a:ext cx="285825" cy="95400"/>
              <a:chOff x="142875" y="357188"/>
              <a:chExt cx="285825" cy="95400"/>
            </a:xfrm>
          </p:grpSpPr>
          <p:pic>
            <p:nvPicPr>
              <p:cNvPr id="405" name="Google Shape;405;p67"/>
              <p:cNvPicPr preferRelativeResize="0"/>
              <p:nvPr/>
            </p:nvPicPr>
            <p:blipFill rotWithShape="1">
              <a:blip r:embed="rId2"/>
              <a:srcRect/>
              <a:stretch>
                <a:fillRect/>
              </a:stretch>
            </p:blipFill>
            <p:spPr>
              <a:xfrm>
                <a:off x="142875" y="395288"/>
                <a:ext cx="2667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6" name="Google Shape;406;p67"/>
              <p:cNvSpPr/>
              <p:nvPr/>
            </p:nvSpPr>
            <p:spPr>
              <a:xfrm>
                <a:off x="381000" y="357188"/>
                <a:ext cx="47700" cy="95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 cmpd="sng">
                <a:solidFill>
                  <a:srgbClr val="EA1B3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07" name="Google Shape;407;p67"/>
            <p:cNvSpPr/>
            <p:nvPr/>
          </p:nvSpPr>
          <p:spPr>
            <a:xfrm>
              <a:off x="2857500" y="0"/>
              <a:ext cx="2667000" cy="809700"/>
            </a:xfrm>
            <a:prstGeom prst="roundRect">
              <a:avLst>
                <a:gd name="adj" fmla="val 14117"/>
              </a:avLst>
            </a:prstGeom>
            <a:solidFill>
              <a:srgbClr val="EA1B3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8" name="Google Shape;408;p67"/>
            <p:cNvSpPr txBox="1"/>
            <p:nvPr/>
          </p:nvSpPr>
          <p:spPr>
            <a:xfrm>
              <a:off x="2857500" y="0"/>
              <a:ext cx="2667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19050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MCP Server</a:t>
              </a:r>
              <a:endParaRPr sz="16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1000" b="0">
                  <a:solidFill>
                    <a:srgbClr val="FFD0D8"/>
                  </a:solidFill>
                  <a:latin typeface="Lexend"/>
                  <a:ea typeface="Lexend"/>
                  <a:cs typeface="Lexend"/>
                  <a:sym typeface="Lexend"/>
                </a:rPr>
                <a:t>Python · ngrok · 6 tools</a:t>
              </a:r>
              <a:endParaRPr sz="1000" b="0">
                <a:solidFill>
                  <a:srgbClr val="FFD0D8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409" name="Google Shape;409;p67"/>
            <p:cNvGrpSpPr/>
            <p:nvPr/>
          </p:nvGrpSpPr>
          <p:grpSpPr>
            <a:xfrm>
              <a:off x="5667375" y="357188"/>
              <a:ext cx="285825" cy="95400"/>
              <a:chOff x="142875" y="357188"/>
              <a:chExt cx="285825" cy="95400"/>
            </a:xfrm>
          </p:grpSpPr>
          <p:pic>
            <p:nvPicPr>
              <p:cNvPr id="410" name="Google Shape;410;p67"/>
              <p:cNvPicPr preferRelativeResize="0"/>
              <p:nvPr/>
            </p:nvPicPr>
            <p:blipFill rotWithShape="1">
              <a:blip r:embed="rId2"/>
              <a:srcRect/>
              <a:stretch>
                <a:fillRect/>
              </a:stretch>
            </p:blipFill>
            <p:spPr>
              <a:xfrm>
                <a:off x="142875" y="395288"/>
                <a:ext cx="2667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1" name="Google Shape;411;p67"/>
              <p:cNvSpPr/>
              <p:nvPr/>
            </p:nvSpPr>
            <p:spPr>
              <a:xfrm>
                <a:off x="381000" y="357188"/>
                <a:ext cx="47700" cy="95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 cmpd="sng">
                <a:solidFill>
                  <a:srgbClr val="EA1B3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</p:grpSp>
        <p:sp>
          <p:nvSpPr>
            <p:cNvPr id="412" name="Google Shape;412;p67"/>
            <p:cNvSpPr/>
            <p:nvPr/>
          </p:nvSpPr>
          <p:spPr>
            <a:xfrm>
              <a:off x="6096000" y="0"/>
              <a:ext cx="2286000" cy="809700"/>
            </a:xfrm>
            <a:prstGeom prst="roundRect">
              <a:avLst>
                <a:gd name="adj" fmla="val 14117"/>
              </a:avLst>
            </a:prstGeom>
            <a:solidFill>
              <a:srgbClr val="FFFFFF"/>
            </a:solidFill>
            <a:ln w="14300" cap="flat" cmpd="sng">
              <a:solidFill>
                <a:srgbClr val="E2DC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3" name="Google Shape;413;p67"/>
            <p:cNvSpPr txBox="1"/>
            <p:nvPr/>
          </p:nvSpPr>
          <p:spPr>
            <a:xfrm>
              <a:off x="6096000" y="0"/>
              <a:ext cx="22860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19050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 b="0">
                  <a:solidFill>
                    <a:srgbClr val="373742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FSA Backend</a:t>
              </a:r>
              <a:endParaRPr sz="1500" b="0">
                <a:solidFill>
                  <a:srgbClr val="373742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1000" b="0">
                  <a:solidFill>
                    <a:srgbClr val="8E8E9F"/>
                  </a:solidFill>
                  <a:latin typeface="Lexend Light"/>
                  <a:ea typeface="Lexend Light"/>
                  <a:cs typeface="Lexend Light"/>
                  <a:sym typeface="Lexend Light"/>
                </a:rPr>
                <a:t>MySQL · Drupal 7 · Hotel Data</a:t>
              </a:r>
              <a:endParaRPr sz="1000" b="0">
                <a:solidFill>
                  <a:srgbClr val="8E8E9F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</p:grpSp>
      <p:sp>
        <p:nvSpPr>
          <p:cNvPr id="414" name="Google Shape;414;p67"/>
          <p:cNvSpPr txBox="1"/>
          <p:nvPr/>
        </p:nvSpPr>
        <p:spPr>
          <a:xfrm>
            <a:off x="381000" y="1285875"/>
            <a:ext cx="83820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0">
                <a:solidFill>
                  <a:srgbClr val="37374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Six tools exposed by the MCP server</a:t>
            </a:r>
            <a:endParaRPr sz="1500" b="0">
              <a:solidFill>
                <a:srgbClr val="373742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grpSp>
        <p:nvGrpSpPr>
          <p:cNvPr id="415" name="Google Shape;415;p67"/>
          <p:cNvGrpSpPr/>
          <p:nvPr/>
        </p:nvGrpSpPr>
        <p:grpSpPr>
          <a:xfrm>
            <a:off x="381000" y="1762125"/>
            <a:ext cx="8382075" cy="2743200"/>
            <a:chOff x="381000" y="1762125"/>
            <a:chExt cx="8382075" cy="2743200"/>
          </a:xfrm>
        </p:grpSpPr>
        <p:grpSp>
          <p:nvGrpSpPr>
            <p:cNvPr id="416" name="Google Shape;416;p67"/>
            <p:cNvGrpSpPr/>
            <p:nvPr/>
          </p:nvGrpSpPr>
          <p:grpSpPr>
            <a:xfrm>
              <a:off x="381000" y="1762125"/>
              <a:ext cx="4048200" cy="838200"/>
              <a:chOff x="0" y="0"/>
              <a:chExt cx="4048200" cy="838200"/>
            </a:xfrm>
          </p:grpSpPr>
          <p:sp>
            <p:nvSpPr>
              <p:cNvPr id="417" name="Google Shape;417;p67"/>
              <p:cNvSpPr/>
              <p:nvPr/>
            </p:nvSpPr>
            <p:spPr>
              <a:xfrm>
                <a:off x="0" y="0"/>
                <a:ext cx="4048200" cy="838200"/>
              </a:xfrm>
              <a:prstGeom prst="roundRect">
                <a:avLst>
                  <a:gd name="adj" fmla="val 11363"/>
                </a:avLst>
              </a:prstGeom>
              <a:solidFill>
                <a:srgbClr val="FFFFFF"/>
              </a:solidFill>
              <a:ln w="9525" cap="flat" cmpd="sng">
                <a:solidFill>
                  <a:srgbClr val="E2DCD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8" name="Google Shape;418;p67"/>
              <p:cNvSpPr/>
              <p:nvPr/>
            </p:nvSpPr>
            <p:spPr>
              <a:xfrm>
                <a:off x="0" y="0"/>
                <a:ext cx="954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3636"/>
                    </a:moveTo>
                    <a:cubicBezTo>
                      <a:pt x="0" y="6136"/>
                      <a:pt x="54000" y="0"/>
                      <a:pt x="120000" y="0"/>
                    </a:cubicBezTo>
                    <a:lnTo>
                      <a:pt x="120000" y="120000"/>
                    </a:lnTo>
                    <a:cubicBezTo>
                      <a:pt x="54000" y="120000"/>
                      <a:pt x="0" y="113864"/>
                      <a:pt x="0" y="106364"/>
                    </a:cubicBezTo>
                    <a:close/>
                  </a:path>
                </a:pathLst>
              </a:custGeom>
              <a:solidFill>
                <a:srgbClr val="EA1B3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9" name="Google Shape;419;p67"/>
              <p:cNvSpPr txBox="1"/>
              <p:nvPr/>
            </p:nvSpPr>
            <p:spPr>
              <a:xfrm>
                <a:off x="190500" y="0"/>
                <a:ext cx="3667200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50" b="1">
                    <a:solidFill>
                      <a:srgbClr val="EA1B3D"/>
                    </a:solidFill>
                    <a:latin typeface="Arial"/>
                    <a:ea typeface="Arial"/>
                    <a:cs typeface="Arial"/>
                    <a:sym typeface="Arial"/>
                  </a:rPr>
                  <a:t>search_properties</a:t>
                </a:r>
                <a:endParaRPr sz="1250" b="1">
                  <a:solidFill>
                    <a:srgbClr val="EA1B3D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1050" b="0">
                    <a:solidFill>
                      <a:srgbClr val="5C5C68"/>
                    </a:solidFill>
                    <a:latin typeface="Lexend Light"/>
                    <a:ea typeface="Lexend Light"/>
                    <a:cs typeface="Lexend Light"/>
                    <a:sym typeface="Lexend Light"/>
                  </a:rPr>
                  <a:t>Full-text search across 6,000+ hotels</a:t>
                </a:r>
                <a:endParaRPr sz="1050" b="0">
                  <a:solidFill>
                    <a:srgbClr val="5C5C68"/>
                  </a:solidFill>
                  <a:latin typeface="Lexend Light"/>
                  <a:ea typeface="Lexend Light"/>
                  <a:cs typeface="Lexend Light"/>
                  <a:sym typeface="Lexend Light"/>
                </a:endParaRPr>
              </a:p>
            </p:txBody>
          </p:sp>
        </p:grpSp>
        <p:grpSp>
          <p:nvGrpSpPr>
            <p:cNvPr id="420" name="Google Shape;420;p67"/>
            <p:cNvGrpSpPr/>
            <p:nvPr/>
          </p:nvGrpSpPr>
          <p:grpSpPr>
            <a:xfrm>
              <a:off x="381000" y="2714625"/>
              <a:ext cx="4048200" cy="838200"/>
              <a:chOff x="0" y="0"/>
              <a:chExt cx="4048200" cy="838200"/>
            </a:xfrm>
          </p:grpSpPr>
          <p:sp>
            <p:nvSpPr>
              <p:cNvPr id="421" name="Google Shape;421;p67"/>
              <p:cNvSpPr/>
              <p:nvPr/>
            </p:nvSpPr>
            <p:spPr>
              <a:xfrm>
                <a:off x="0" y="0"/>
                <a:ext cx="4048200" cy="838200"/>
              </a:xfrm>
              <a:prstGeom prst="roundRect">
                <a:avLst>
                  <a:gd name="adj" fmla="val 11363"/>
                </a:avLst>
              </a:prstGeom>
              <a:solidFill>
                <a:srgbClr val="FFFFFF"/>
              </a:solidFill>
              <a:ln w="9525" cap="flat" cmpd="sng">
                <a:solidFill>
                  <a:srgbClr val="E2DCD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2" name="Google Shape;422;p67"/>
              <p:cNvSpPr/>
              <p:nvPr/>
            </p:nvSpPr>
            <p:spPr>
              <a:xfrm>
                <a:off x="0" y="0"/>
                <a:ext cx="954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3636"/>
                    </a:moveTo>
                    <a:cubicBezTo>
                      <a:pt x="0" y="6136"/>
                      <a:pt x="54000" y="0"/>
                      <a:pt x="120000" y="0"/>
                    </a:cubicBezTo>
                    <a:lnTo>
                      <a:pt x="120000" y="120000"/>
                    </a:lnTo>
                    <a:cubicBezTo>
                      <a:pt x="54000" y="120000"/>
                      <a:pt x="0" y="113864"/>
                      <a:pt x="0" y="106364"/>
                    </a:cubicBezTo>
                    <a:close/>
                  </a:path>
                </a:pathLst>
              </a:custGeom>
              <a:solidFill>
                <a:srgbClr val="EA1B3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3" name="Google Shape;423;p67"/>
              <p:cNvSpPr txBox="1"/>
              <p:nvPr/>
            </p:nvSpPr>
            <p:spPr>
              <a:xfrm>
                <a:off x="190500" y="0"/>
                <a:ext cx="3667200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50" b="1">
                    <a:solidFill>
                      <a:srgbClr val="EA1B3D"/>
                    </a:solidFill>
                    <a:latin typeface="Arial"/>
                    <a:ea typeface="Arial"/>
                    <a:cs typeface="Arial"/>
                    <a:sym typeface="Arial"/>
                  </a:rPr>
                  <a:t>get_property_details</a:t>
                </a:r>
                <a:endParaRPr sz="1250" b="1">
                  <a:solidFill>
                    <a:srgbClr val="EA1B3D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1050" b="0">
                    <a:solidFill>
                      <a:srgbClr val="5C5C68"/>
                    </a:solidFill>
                    <a:latin typeface="Lexend Light"/>
                    <a:ea typeface="Lexend Light"/>
                    <a:cs typeface="Lexend Light"/>
                    <a:sym typeface="Lexend Light"/>
                  </a:rPr>
                  <a:t>Amenities, images &amp; location for one hotel</a:t>
                </a:r>
                <a:endParaRPr sz="1050" b="0">
                  <a:solidFill>
                    <a:srgbClr val="5C5C68"/>
                  </a:solidFill>
                  <a:latin typeface="Lexend Light"/>
                  <a:ea typeface="Lexend Light"/>
                  <a:cs typeface="Lexend Light"/>
                  <a:sym typeface="Lexend Light"/>
                </a:endParaRPr>
              </a:p>
            </p:txBody>
          </p:sp>
        </p:grpSp>
        <p:grpSp>
          <p:nvGrpSpPr>
            <p:cNvPr id="424" name="Google Shape;424;p67"/>
            <p:cNvGrpSpPr/>
            <p:nvPr/>
          </p:nvGrpSpPr>
          <p:grpSpPr>
            <a:xfrm>
              <a:off x="381000" y="3667125"/>
              <a:ext cx="4048200" cy="838200"/>
              <a:chOff x="0" y="0"/>
              <a:chExt cx="4048200" cy="838200"/>
            </a:xfrm>
          </p:grpSpPr>
          <p:sp>
            <p:nvSpPr>
              <p:cNvPr id="425" name="Google Shape;425;p67"/>
              <p:cNvSpPr/>
              <p:nvPr/>
            </p:nvSpPr>
            <p:spPr>
              <a:xfrm>
                <a:off x="0" y="0"/>
                <a:ext cx="4048200" cy="838200"/>
              </a:xfrm>
              <a:prstGeom prst="roundRect">
                <a:avLst>
                  <a:gd name="adj" fmla="val 11363"/>
                </a:avLst>
              </a:prstGeom>
              <a:solidFill>
                <a:srgbClr val="FFFFFF"/>
              </a:solidFill>
              <a:ln w="9525" cap="flat" cmpd="sng">
                <a:solidFill>
                  <a:srgbClr val="E2DCD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6" name="Google Shape;426;p67"/>
              <p:cNvSpPr/>
              <p:nvPr/>
            </p:nvSpPr>
            <p:spPr>
              <a:xfrm>
                <a:off x="0" y="0"/>
                <a:ext cx="954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3636"/>
                    </a:moveTo>
                    <a:cubicBezTo>
                      <a:pt x="0" y="6136"/>
                      <a:pt x="54000" y="0"/>
                      <a:pt x="120000" y="0"/>
                    </a:cubicBezTo>
                    <a:lnTo>
                      <a:pt x="120000" y="120000"/>
                    </a:lnTo>
                    <a:cubicBezTo>
                      <a:pt x="54000" y="120000"/>
                      <a:pt x="0" y="113864"/>
                      <a:pt x="0" y="106364"/>
                    </a:cubicBezTo>
                    <a:close/>
                  </a:path>
                </a:pathLst>
              </a:custGeom>
              <a:solidFill>
                <a:srgbClr val="EA1B3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7" name="Google Shape;427;p67"/>
              <p:cNvSpPr txBox="1"/>
              <p:nvPr/>
            </p:nvSpPr>
            <p:spPr>
              <a:xfrm>
                <a:off x="190500" y="0"/>
                <a:ext cx="3667200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50" b="1">
                    <a:solidFill>
                      <a:srgbClr val="EA1B3D"/>
                    </a:solidFill>
                    <a:latin typeface="Arial"/>
                    <a:ea typeface="Arial"/>
                    <a:cs typeface="Arial"/>
                    <a:sym typeface="Arial"/>
                  </a:rPr>
                  <a:t>check_availability</a:t>
                </a:r>
                <a:endParaRPr sz="1250" b="1">
                  <a:solidFill>
                    <a:srgbClr val="EA1B3D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1050" b="0">
                    <a:solidFill>
                      <a:srgbClr val="5C5C68"/>
                    </a:solidFill>
                    <a:latin typeface="Lexend Light"/>
                    <a:ea typeface="Lexend Light"/>
                    <a:cs typeface="Lexend Light"/>
                    <a:sym typeface="Lexend Light"/>
                  </a:rPr>
                  <a:t>Live date-based availability check</a:t>
                </a:r>
                <a:endParaRPr sz="1050" b="0">
                  <a:solidFill>
                    <a:srgbClr val="5C5C68"/>
                  </a:solidFill>
                  <a:latin typeface="Lexend Light"/>
                  <a:ea typeface="Lexend Light"/>
                  <a:cs typeface="Lexend Light"/>
                  <a:sym typeface="Lexend Light"/>
                </a:endParaRPr>
              </a:p>
            </p:txBody>
          </p:sp>
        </p:grpSp>
        <p:grpSp>
          <p:nvGrpSpPr>
            <p:cNvPr id="428" name="Google Shape;428;p67"/>
            <p:cNvGrpSpPr/>
            <p:nvPr/>
          </p:nvGrpSpPr>
          <p:grpSpPr>
            <a:xfrm>
              <a:off x="4714875" y="1762125"/>
              <a:ext cx="4048200" cy="838200"/>
              <a:chOff x="0" y="0"/>
              <a:chExt cx="4048200" cy="838200"/>
            </a:xfrm>
          </p:grpSpPr>
          <p:sp>
            <p:nvSpPr>
              <p:cNvPr id="429" name="Google Shape;429;p67"/>
              <p:cNvSpPr/>
              <p:nvPr/>
            </p:nvSpPr>
            <p:spPr>
              <a:xfrm>
                <a:off x="0" y="0"/>
                <a:ext cx="4048200" cy="838200"/>
              </a:xfrm>
              <a:prstGeom prst="roundRect">
                <a:avLst>
                  <a:gd name="adj" fmla="val 11363"/>
                </a:avLst>
              </a:prstGeom>
              <a:solidFill>
                <a:srgbClr val="FFFFFF"/>
              </a:solidFill>
              <a:ln w="9525" cap="flat" cmpd="sng">
                <a:solidFill>
                  <a:srgbClr val="E2DCD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0" name="Google Shape;430;p67"/>
              <p:cNvSpPr/>
              <p:nvPr/>
            </p:nvSpPr>
            <p:spPr>
              <a:xfrm>
                <a:off x="0" y="0"/>
                <a:ext cx="954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3636"/>
                    </a:moveTo>
                    <a:cubicBezTo>
                      <a:pt x="0" y="6136"/>
                      <a:pt x="54000" y="0"/>
                      <a:pt x="120000" y="0"/>
                    </a:cubicBezTo>
                    <a:lnTo>
                      <a:pt x="120000" y="120000"/>
                    </a:lnTo>
                    <a:cubicBezTo>
                      <a:pt x="54000" y="120000"/>
                      <a:pt x="0" y="113864"/>
                      <a:pt x="0" y="106364"/>
                    </a:cubicBezTo>
                    <a:close/>
                  </a:path>
                </a:pathLst>
              </a:custGeom>
              <a:solidFill>
                <a:srgbClr val="EA1B3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1" name="Google Shape;431;p67"/>
              <p:cNvSpPr txBox="1"/>
              <p:nvPr/>
            </p:nvSpPr>
            <p:spPr>
              <a:xfrm>
                <a:off x="190500" y="0"/>
                <a:ext cx="3667200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50" b="1">
                    <a:solidFill>
                      <a:srgbClr val="EA1B3D"/>
                    </a:solidFill>
                    <a:latin typeface="Arial"/>
                    <a:ea typeface="Arial"/>
                    <a:cs typeface="Arial"/>
                    <a:sym typeface="Arial"/>
                  </a:rPr>
                  <a:t>create_booking</a:t>
                </a:r>
                <a:endParaRPr sz="1250" b="1">
                  <a:solidFill>
                    <a:srgbClr val="EA1B3D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1050" b="0">
                    <a:solidFill>
                      <a:srgbClr val="5C5C68"/>
                    </a:solidFill>
                    <a:latin typeface="Lexend Light"/>
                    <a:ea typeface="Lexend Light"/>
                    <a:cs typeface="Lexend Light"/>
                    <a:sym typeface="Lexend Light"/>
                  </a:rPr>
                  <a:t>Reserve a room with guest details</a:t>
                </a:r>
                <a:endParaRPr sz="1050" b="0">
                  <a:solidFill>
                    <a:srgbClr val="5C5C68"/>
                  </a:solidFill>
                  <a:latin typeface="Lexend Light"/>
                  <a:ea typeface="Lexend Light"/>
                  <a:cs typeface="Lexend Light"/>
                  <a:sym typeface="Lexend Light"/>
                </a:endParaRPr>
              </a:p>
            </p:txBody>
          </p:sp>
        </p:grpSp>
        <p:grpSp>
          <p:nvGrpSpPr>
            <p:cNvPr id="432" name="Google Shape;432;p67"/>
            <p:cNvGrpSpPr/>
            <p:nvPr/>
          </p:nvGrpSpPr>
          <p:grpSpPr>
            <a:xfrm>
              <a:off x="4714875" y="2714625"/>
              <a:ext cx="4048200" cy="838200"/>
              <a:chOff x="0" y="0"/>
              <a:chExt cx="4048200" cy="838200"/>
            </a:xfrm>
          </p:grpSpPr>
          <p:sp>
            <p:nvSpPr>
              <p:cNvPr id="433" name="Google Shape;433;p67"/>
              <p:cNvSpPr/>
              <p:nvPr/>
            </p:nvSpPr>
            <p:spPr>
              <a:xfrm>
                <a:off x="0" y="0"/>
                <a:ext cx="4048200" cy="838200"/>
              </a:xfrm>
              <a:prstGeom prst="roundRect">
                <a:avLst>
                  <a:gd name="adj" fmla="val 11363"/>
                </a:avLst>
              </a:prstGeom>
              <a:solidFill>
                <a:srgbClr val="FFFFFF"/>
              </a:solidFill>
              <a:ln w="9525" cap="flat" cmpd="sng">
                <a:solidFill>
                  <a:srgbClr val="E2DCD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4" name="Google Shape;434;p67"/>
              <p:cNvSpPr/>
              <p:nvPr/>
            </p:nvSpPr>
            <p:spPr>
              <a:xfrm>
                <a:off x="0" y="0"/>
                <a:ext cx="954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3636"/>
                    </a:moveTo>
                    <a:cubicBezTo>
                      <a:pt x="0" y="6136"/>
                      <a:pt x="54000" y="0"/>
                      <a:pt x="120000" y="0"/>
                    </a:cubicBezTo>
                    <a:lnTo>
                      <a:pt x="120000" y="120000"/>
                    </a:lnTo>
                    <a:cubicBezTo>
                      <a:pt x="54000" y="120000"/>
                      <a:pt x="0" y="113864"/>
                      <a:pt x="0" y="106364"/>
                    </a:cubicBezTo>
                    <a:close/>
                  </a:path>
                </a:pathLst>
              </a:custGeom>
              <a:solidFill>
                <a:srgbClr val="EA1B3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5" name="Google Shape;435;p67"/>
              <p:cNvSpPr txBox="1"/>
              <p:nvPr/>
            </p:nvSpPr>
            <p:spPr>
              <a:xfrm>
                <a:off x="190500" y="0"/>
                <a:ext cx="3667200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50" b="1">
                    <a:solidFill>
                      <a:srgbClr val="EA1B3D"/>
                    </a:solidFill>
                    <a:latin typeface="Arial"/>
                    <a:ea typeface="Arial"/>
                    <a:cs typeface="Arial"/>
                    <a:sym typeface="Arial"/>
                  </a:rPr>
                  <a:t>cancel_booking</a:t>
                </a:r>
                <a:endParaRPr sz="1250" b="1">
                  <a:solidFill>
                    <a:srgbClr val="EA1B3D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1050" b="0">
                    <a:solidFill>
                      <a:srgbClr val="5C5C68"/>
                    </a:solidFill>
                    <a:latin typeface="Lexend Light"/>
                    <a:ea typeface="Lexend Light"/>
                    <a:cs typeface="Lexend Light"/>
                    <a:sym typeface="Lexend Light"/>
                  </a:rPr>
                  <a:t>Cancel by booking ref + guest email</a:t>
                </a:r>
                <a:endParaRPr sz="1050" b="0">
                  <a:solidFill>
                    <a:srgbClr val="5C5C68"/>
                  </a:solidFill>
                  <a:latin typeface="Lexend Light"/>
                  <a:ea typeface="Lexend Light"/>
                  <a:cs typeface="Lexend Light"/>
                  <a:sym typeface="Lexend Light"/>
                </a:endParaRPr>
              </a:p>
            </p:txBody>
          </p:sp>
        </p:grpSp>
        <p:grpSp>
          <p:nvGrpSpPr>
            <p:cNvPr id="436" name="Google Shape;436;p67"/>
            <p:cNvGrpSpPr/>
            <p:nvPr/>
          </p:nvGrpSpPr>
          <p:grpSpPr>
            <a:xfrm>
              <a:off x="4714875" y="3667125"/>
              <a:ext cx="4048200" cy="838200"/>
              <a:chOff x="0" y="0"/>
              <a:chExt cx="4048200" cy="838200"/>
            </a:xfrm>
          </p:grpSpPr>
          <p:sp>
            <p:nvSpPr>
              <p:cNvPr id="437" name="Google Shape;437;p67"/>
              <p:cNvSpPr/>
              <p:nvPr/>
            </p:nvSpPr>
            <p:spPr>
              <a:xfrm>
                <a:off x="0" y="0"/>
                <a:ext cx="4048200" cy="838200"/>
              </a:xfrm>
              <a:prstGeom prst="roundRect">
                <a:avLst>
                  <a:gd name="adj" fmla="val 11363"/>
                </a:avLst>
              </a:prstGeom>
              <a:solidFill>
                <a:srgbClr val="FFFFFF"/>
              </a:solidFill>
              <a:ln w="9525" cap="flat" cmpd="sng">
                <a:solidFill>
                  <a:srgbClr val="E2DCD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8" name="Google Shape;438;p67"/>
              <p:cNvSpPr/>
              <p:nvPr/>
            </p:nvSpPr>
            <p:spPr>
              <a:xfrm>
                <a:off x="0" y="0"/>
                <a:ext cx="95400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3636"/>
                    </a:moveTo>
                    <a:cubicBezTo>
                      <a:pt x="0" y="6136"/>
                      <a:pt x="54000" y="0"/>
                      <a:pt x="120000" y="0"/>
                    </a:cubicBezTo>
                    <a:lnTo>
                      <a:pt x="120000" y="120000"/>
                    </a:lnTo>
                    <a:cubicBezTo>
                      <a:pt x="54000" y="120000"/>
                      <a:pt x="0" y="113864"/>
                      <a:pt x="0" y="106364"/>
                    </a:cubicBezTo>
                    <a:close/>
                  </a:path>
                </a:pathLst>
              </a:custGeom>
              <a:solidFill>
                <a:srgbClr val="EA1B3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9" name="Google Shape;439;p67"/>
              <p:cNvSpPr txBox="1"/>
              <p:nvPr/>
            </p:nvSpPr>
            <p:spPr>
              <a:xfrm>
                <a:off x="190500" y="0"/>
                <a:ext cx="3667200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250" b="1">
                    <a:solidFill>
                      <a:srgbClr val="EA1B3D"/>
                    </a:solidFill>
                    <a:latin typeface="Arial"/>
                    <a:ea typeface="Arial"/>
                    <a:cs typeface="Arial"/>
                    <a:sym typeface="Arial"/>
                  </a:rPr>
                  <a:t>list_bookings</a:t>
                </a:r>
                <a:endParaRPr sz="1250" b="1">
                  <a:solidFill>
                    <a:srgbClr val="EA1B3D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GB" sz="1050" b="0">
                    <a:solidFill>
                      <a:srgbClr val="5C5C68"/>
                    </a:solidFill>
                    <a:latin typeface="Lexend Light"/>
                    <a:ea typeface="Lexend Light"/>
                    <a:cs typeface="Lexend Light"/>
                    <a:sym typeface="Lexend Light"/>
                  </a:rPr>
                  <a:t>Retrieve all bookings for an email address</a:t>
                </a:r>
                <a:endParaRPr sz="1050" b="0">
                  <a:solidFill>
                    <a:srgbClr val="5C5C68"/>
                  </a:solidFill>
                  <a:latin typeface="Lexend Light"/>
                  <a:ea typeface="Lexend Light"/>
                  <a:cs typeface="Lexend Light"/>
                  <a:sym typeface="Lexend Light"/>
                </a:endParaRPr>
              </a:p>
            </p:txBody>
          </p:sp>
        </p:grpSp>
      </p:grpSp>
      <p:sp>
        <p:nvSpPr>
          <p:cNvPr id="440" name="Google Shape;440;p67"/>
          <p:cNvSpPr txBox="1"/>
          <p:nvPr>
            <p:ph type="sldNum" idx="12"/>
          </p:nvPr>
        </p:nvSpPr>
        <p:spPr>
          <a:xfrm>
            <a:off x="119555" y="4698825"/>
            <a:ext cx="211200" cy="2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700"/>
            </a:fld>
            <a:endParaRPr sz="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6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68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47" name="Google Shape;447;p68"/>
          <p:cNvSpPr txBox="1"/>
          <p:nvPr>
            <p:ph type="title"/>
          </p:nvPr>
        </p:nvSpPr>
        <p:spPr>
          <a:xfrm>
            <a:off x="476250" y="333375"/>
            <a:ext cx="819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0">
                <a:solidFill>
                  <a:srgbClr val="EA1B3D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Screenshots from the working prototype</a:t>
            </a:r>
            <a:endParaRPr sz="2400" b="0">
              <a:solidFill>
                <a:srgbClr val="EA1B3D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rgbClr val="8E8E9F"/>
                </a:solidFill>
                <a:latin typeface="Lexend Light"/>
                <a:ea typeface="Lexend Light"/>
                <a:cs typeface="Lexend Light"/>
                <a:sym typeface="Lexend Light"/>
              </a:rPr>
              <a:t>A step-by-step walkthrough of the live conversational booking experience</a:t>
            </a:r>
            <a:endParaRPr sz="1100" b="0">
              <a:solidFill>
                <a:srgbClr val="8E8E9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48" name="Google Shape;448;p68"/>
          <p:cNvGrpSpPr/>
          <p:nvPr/>
        </p:nvGrpSpPr>
        <p:grpSpPr>
          <a:xfrm>
            <a:off x="476250" y="1047750"/>
            <a:ext cx="1905000" cy="2952900"/>
            <a:chOff x="0" y="0"/>
            <a:chExt cx="1905000" cy="2952900"/>
          </a:xfrm>
        </p:grpSpPr>
        <p:sp>
          <p:nvSpPr>
            <p:cNvPr id="449" name="Google Shape;449;p68"/>
            <p:cNvSpPr/>
            <p:nvPr/>
          </p:nvSpPr>
          <p:spPr>
            <a:xfrm>
              <a:off x="0" y="0"/>
              <a:ext cx="1905000" cy="29529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300" cap="flat" cmpd="sng">
              <a:solidFill>
                <a:srgbClr val="E2DC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pic>
          <p:nvPicPr>
            <p:cNvPr id="450" name="Google Shape;450;p68"/>
            <p:cNvPicPr preferRelativeResize="0"/>
            <p:nvPr/>
          </p:nvPicPr>
          <p:blipFill rotWithShape="1">
            <a:blip r:embed="rId2"/>
            <a:srcRect l="4545" r="4545"/>
            <a:stretch>
              <a:fillRect/>
            </a:stretch>
          </p:blipFill>
          <p:spPr>
            <a:xfrm>
              <a:off x="0" y="0"/>
              <a:ext cx="1905000" cy="2952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1" name="Google Shape;451;p68"/>
          <p:cNvGrpSpPr/>
          <p:nvPr/>
        </p:nvGrpSpPr>
        <p:grpSpPr>
          <a:xfrm>
            <a:off x="2571750" y="1047750"/>
            <a:ext cx="1905000" cy="2952900"/>
            <a:chOff x="0" y="0"/>
            <a:chExt cx="1905000" cy="2952900"/>
          </a:xfrm>
        </p:grpSpPr>
        <p:sp>
          <p:nvSpPr>
            <p:cNvPr id="452" name="Google Shape;452;p68"/>
            <p:cNvSpPr/>
            <p:nvPr/>
          </p:nvSpPr>
          <p:spPr>
            <a:xfrm>
              <a:off x="0" y="0"/>
              <a:ext cx="1905000" cy="29529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300" cap="flat" cmpd="sng">
              <a:solidFill>
                <a:srgbClr val="E2DC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pic>
          <p:nvPicPr>
            <p:cNvPr id="453" name="Google Shape;453;p68"/>
            <p:cNvPicPr preferRelativeResize="0"/>
            <p:nvPr/>
          </p:nvPicPr>
          <p:blipFill rotWithShape="1">
            <a:blip r:embed="rId3"/>
            <a:srcRect l="4587" r="4587"/>
            <a:stretch>
              <a:fillRect/>
            </a:stretch>
          </p:blipFill>
          <p:spPr>
            <a:xfrm>
              <a:off x="0" y="0"/>
              <a:ext cx="1905000" cy="2952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4" name="Google Shape;454;p68"/>
          <p:cNvGrpSpPr/>
          <p:nvPr/>
        </p:nvGrpSpPr>
        <p:grpSpPr>
          <a:xfrm>
            <a:off x="4667250" y="1047750"/>
            <a:ext cx="1905000" cy="2952900"/>
            <a:chOff x="0" y="0"/>
            <a:chExt cx="1905000" cy="2952900"/>
          </a:xfrm>
        </p:grpSpPr>
        <p:sp>
          <p:nvSpPr>
            <p:cNvPr id="455" name="Google Shape;455;p68"/>
            <p:cNvSpPr/>
            <p:nvPr/>
          </p:nvSpPr>
          <p:spPr>
            <a:xfrm>
              <a:off x="0" y="0"/>
              <a:ext cx="1905000" cy="29529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300" cap="flat" cmpd="sng">
              <a:solidFill>
                <a:srgbClr val="E2DC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pic>
          <p:nvPicPr>
            <p:cNvPr id="456" name="Google Shape;456;p68"/>
            <p:cNvPicPr preferRelativeResize="0"/>
            <p:nvPr/>
          </p:nvPicPr>
          <p:blipFill rotWithShape="1">
            <a:blip r:embed="rId4"/>
            <a:srcRect l="4587" r="4587"/>
            <a:stretch>
              <a:fillRect/>
            </a:stretch>
          </p:blipFill>
          <p:spPr>
            <a:xfrm>
              <a:off x="0" y="0"/>
              <a:ext cx="1905000" cy="2952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7" name="Google Shape;457;p68"/>
          <p:cNvGrpSpPr/>
          <p:nvPr/>
        </p:nvGrpSpPr>
        <p:grpSpPr>
          <a:xfrm>
            <a:off x="6762750" y="1047750"/>
            <a:ext cx="1905000" cy="2952900"/>
            <a:chOff x="0" y="0"/>
            <a:chExt cx="1905000" cy="2952900"/>
          </a:xfrm>
        </p:grpSpPr>
        <p:sp>
          <p:nvSpPr>
            <p:cNvPr id="458" name="Google Shape;458;p68"/>
            <p:cNvSpPr/>
            <p:nvPr/>
          </p:nvSpPr>
          <p:spPr>
            <a:xfrm>
              <a:off x="0" y="0"/>
              <a:ext cx="1905000" cy="29529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300" cap="flat" cmpd="sng">
              <a:solidFill>
                <a:srgbClr val="E2DC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pic>
          <p:nvPicPr>
            <p:cNvPr id="459" name="Google Shape;459;p68"/>
            <p:cNvPicPr preferRelativeResize="0"/>
            <p:nvPr/>
          </p:nvPicPr>
          <p:blipFill rotWithShape="1">
            <a:blip r:embed="rId5"/>
            <a:srcRect l="5245" r="5254"/>
            <a:stretch>
              <a:fillRect/>
            </a:stretch>
          </p:blipFill>
          <p:spPr>
            <a:xfrm>
              <a:off x="0" y="0"/>
              <a:ext cx="1905000" cy="2952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0" name="Google Shape;460;p68"/>
          <p:cNvSpPr txBox="1"/>
          <p:nvPr/>
        </p:nvSpPr>
        <p:spPr>
          <a:xfrm>
            <a:off x="476250" y="4143375"/>
            <a:ext cx="1905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rgbClr val="37374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Concierge Widget</a:t>
            </a:r>
            <a:endParaRPr sz="1100" b="0">
              <a:solidFill>
                <a:srgbClr val="373742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rgbClr val="8E8E9F"/>
                </a:solidFill>
                <a:latin typeface="Lexend Light"/>
                <a:ea typeface="Lexend Light"/>
                <a:cs typeface="Lexend Light"/>
                <a:sym typeface="Lexend Light"/>
              </a:rPr>
              <a:t>Welcome state</a:t>
            </a:r>
            <a:endParaRPr sz="1000" b="0">
              <a:solidFill>
                <a:srgbClr val="8E8E9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61" name="Google Shape;461;p68"/>
          <p:cNvSpPr txBox="1"/>
          <p:nvPr/>
        </p:nvSpPr>
        <p:spPr>
          <a:xfrm>
            <a:off x="2571750" y="4143375"/>
            <a:ext cx="1905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rgbClr val="37374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Hotel Search Results</a:t>
            </a:r>
            <a:endParaRPr sz="1100" b="0">
              <a:solidFill>
                <a:srgbClr val="373742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rgbClr val="8E8E9F"/>
                </a:solidFill>
                <a:latin typeface="Lexend Light"/>
                <a:ea typeface="Lexend Light"/>
                <a:cs typeface="Lexend Light"/>
                <a:sym typeface="Lexend Light"/>
              </a:rPr>
              <a:t>Paris luxury properties</a:t>
            </a:r>
            <a:endParaRPr sz="1000" b="0">
              <a:solidFill>
                <a:srgbClr val="8E8E9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62" name="Google Shape;462;p68"/>
          <p:cNvSpPr txBox="1"/>
          <p:nvPr/>
        </p:nvSpPr>
        <p:spPr>
          <a:xfrm>
            <a:off x="4667250" y="4143375"/>
            <a:ext cx="1905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rgbClr val="37374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Availability Check</a:t>
            </a:r>
            <a:endParaRPr sz="1100" b="0">
              <a:solidFill>
                <a:srgbClr val="373742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rgbClr val="8E8E9F"/>
                </a:solidFill>
                <a:latin typeface="Lexend Light"/>
                <a:ea typeface="Lexend Light"/>
                <a:cs typeface="Lexend Light"/>
                <a:sym typeface="Lexend Light"/>
              </a:rPr>
              <a:t>Pricing via MCP server</a:t>
            </a:r>
            <a:endParaRPr sz="1000" b="0">
              <a:solidFill>
                <a:srgbClr val="8E8E9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63" name="Google Shape;463;p68"/>
          <p:cNvSpPr txBox="1"/>
          <p:nvPr/>
        </p:nvSpPr>
        <p:spPr>
          <a:xfrm>
            <a:off x="6762750" y="4143375"/>
            <a:ext cx="1905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rgbClr val="37374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Live Bookings</a:t>
            </a:r>
            <a:endParaRPr sz="1100" b="0">
              <a:solidFill>
                <a:srgbClr val="373742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rgbClr val="8E8E9F"/>
                </a:solidFill>
                <a:latin typeface="Lexend Light"/>
                <a:ea typeface="Lexend Light"/>
                <a:cs typeface="Lexend Light"/>
                <a:sym typeface="Lexend Light"/>
              </a:rPr>
              <a:t>Real confirmed bookings</a:t>
            </a:r>
            <a:endParaRPr sz="1000" b="0">
              <a:solidFill>
                <a:srgbClr val="8E8E9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69"/>
          <p:cNvGrpSpPr/>
          <p:nvPr/>
        </p:nvGrpSpPr>
        <p:grpSpPr>
          <a:xfrm>
            <a:off x="476250" y="428625"/>
            <a:ext cx="8191500" cy="857400"/>
            <a:chOff x="0" y="0"/>
            <a:chExt cx="8191500" cy="857400"/>
          </a:xfrm>
        </p:grpSpPr>
        <p:sp>
          <p:nvSpPr>
            <p:cNvPr id="469" name="Google Shape;469;p69"/>
            <p:cNvSpPr/>
            <p:nvPr/>
          </p:nvSpPr>
          <p:spPr>
            <a:xfrm>
              <a:off x="0" y="0"/>
              <a:ext cx="81915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0" name="Google Shape;470;p69"/>
            <p:cNvSpPr txBox="1"/>
            <p:nvPr/>
          </p:nvSpPr>
          <p:spPr>
            <a:xfrm>
              <a:off x="0" y="0"/>
              <a:ext cx="8191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 b="0">
                  <a:solidFill>
                    <a:srgbClr val="EA1B3D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Next Steps</a:t>
              </a:r>
              <a:endParaRPr sz="1100" b="0">
                <a:solidFill>
                  <a:srgbClr val="EA1B3D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GB" sz="2600" b="0">
                  <a:solidFill>
                    <a:srgbClr val="373742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Three actions to move forward</a:t>
              </a:r>
              <a:endParaRPr sz="2600" b="0">
                <a:solidFill>
                  <a:srgbClr val="373742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</p:txBody>
        </p:sp>
      </p:grpSp>
      <p:grpSp>
        <p:nvGrpSpPr>
          <p:cNvPr id="471" name="Google Shape;471;p69"/>
          <p:cNvGrpSpPr/>
          <p:nvPr/>
        </p:nvGrpSpPr>
        <p:grpSpPr>
          <a:xfrm>
            <a:off x="476250" y="1571625"/>
            <a:ext cx="2524200" cy="2809800"/>
            <a:chOff x="0" y="0"/>
            <a:chExt cx="2524200" cy="2809800"/>
          </a:xfrm>
        </p:grpSpPr>
        <p:sp>
          <p:nvSpPr>
            <p:cNvPr id="472" name="Google Shape;472;p69"/>
            <p:cNvSpPr/>
            <p:nvPr/>
          </p:nvSpPr>
          <p:spPr>
            <a:xfrm>
              <a:off x="0" y="0"/>
              <a:ext cx="2524200" cy="2809800"/>
            </a:xfrm>
            <a:prstGeom prst="roundRect">
              <a:avLst>
                <a:gd name="adj" fmla="val 4528"/>
              </a:avLst>
            </a:prstGeom>
            <a:solidFill>
              <a:srgbClr val="FFFFFF"/>
            </a:solidFill>
            <a:ln w="14300" cap="flat" cmpd="sng">
              <a:solidFill>
                <a:srgbClr val="E2DC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3" name="Google Shape;473;p69"/>
            <p:cNvSpPr/>
            <p:nvPr/>
          </p:nvSpPr>
          <p:spPr>
            <a:xfrm>
              <a:off x="0" y="0"/>
              <a:ext cx="114300" cy="2809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4881"/>
                  </a:moveTo>
                  <a:cubicBezTo>
                    <a:pt x="0" y="2184"/>
                    <a:pt x="53700" y="0"/>
                    <a:pt x="120000" y="0"/>
                  </a:cubicBezTo>
                  <a:lnTo>
                    <a:pt x="120000" y="120000"/>
                  </a:lnTo>
                  <a:cubicBezTo>
                    <a:pt x="53700" y="120000"/>
                    <a:pt x="0" y="117816"/>
                    <a:pt x="0" y="115119"/>
                  </a:cubicBezTo>
                  <a:close/>
                </a:path>
              </a:pathLst>
            </a:custGeom>
            <a:solidFill>
              <a:srgbClr val="EA1B3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4" name="Google Shape;474;p69"/>
            <p:cNvSpPr txBox="1"/>
            <p:nvPr/>
          </p:nvSpPr>
          <p:spPr>
            <a:xfrm>
              <a:off x="190500" y="190500"/>
              <a:ext cx="2143200" cy="2428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b="1">
                  <a:solidFill>
                    <a:srgbClr val="EA1B3D"/>
                  </a:solidFill>
                  <a:latin typeface="Lexend"/>
                  <a:ea typeface="Lexend"/>
                  <a:cs typeface="Lexend"/>
                  <a:sym typeface="Lexend"/>
                </a:rPr>
                <a:t>01</a:t>
              </a:r>
              <a:endParaRPr sz="2400" b="1">
                <a:solidFill>
                  <a:srgbClr val="EA1B3D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350" b="0">
                  <a:solidFill>
                    <a:srgbClr val="373742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Review the live demo on a call</a:t>
              </a:r>
              <a:endParaRPr sz="1350" b="0">
                <a:solidFill>
                  <a:srgbClr val="373742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marL="457200" lvl="0" indent="-292100" algn="l" rtl="0">
                <a:spcBef>
                  <a:spcPts val="900"/>
                </a:spcBef>
                <a:spcAft>
                  <a:spcPts val="0"/>
                </a:spcAft>
                <a:buClr>
                  <a:srgbClr val="5C5C68"/>
                </a:buClr>
                <a:buSzPts val="1000"/>
                <a:buFont typeface="Lexend"/>
                <a:buChar char="●"/>
              </a:pPr>
              <a:r>
                <a:rPr lang="en-GB" sz="1000" b="0">
                  <a:solidFill>
                    <a:srgbClr val="5C5C68"/>
                  </a:solidFill>
                  <a:latin typeface="Lexend Light"/>
                  <a:ea typeface="Lexend Light"/>
                  <a:cs typeface="Lexend Light"/>
                  <a:sym typeface="Lexend Light"/>
                </a:rPr>
                <a:t>Walk through search → book → cancel flow</a:t>
              </a:r>
              <a:endParaRPr sz="1000" b="0">
                <a:solidFill>
                  <a:srgbClr val="5C5C68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  <a:p>
              <a:pPr marL="457200" lvl="0" indent="-292100" algn="l" rtl="0">
                <a:spcBef>
                  <a:spcPts val="450"/>
                </a:spcBef>
                <a:spcAft>
                  <a:spcPts val="0"/>
                </a:spcAft>
                <a:buClr>
                  <a:srgbClr val="5C5C68"/>
                </a:buClr>
                <a:buSzPts val="1000"/>
                <a:buFont typeface="Lexend"/>
                <a:buChar char="●"/>
              </a:pPr>
              <a:r>
                <a:rPr lang="en-GB" sz="1000" b="0">
                  <a:solidFill>
                    <a:srgbClr val="5C5C68"/>
                  </a:solidFill>
                  <a:latin typeface="Lexend Light"/>
                  <a:ea typeface="Lexend Light"/>
                  <a:cs typeface="Lexend Light"/>
                  <a:sym typeface="Lexend Light"/>
                </a:rPr>
                <a:t>Use the actual working prototype</a:t>
              </a:r>
              <a:endParaRPr sz="1000" b="0">
                <a:solidFill>
                  <a:srgbClr val="5C5C68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  <a:p>
              <a:pPr marL="457200" lvl="0" indent="-292100" algn="l" rtl="0">
                <a:spcBef>
                  <a:spcPts val="450"/>
                </a:spcBef>
                <a:spcAft>
                  <a:spcPts val="0"/>
                </a:spcAft>
                <a:buClr>
                  <a:srgbClr val="5C5C68"/>
                </a:buClr>
                <a:buSzPts val="1000"/>
                <a:buFont typeface="Lexend"/>
                <a:buChar char="●"/>
              </a:pPr>
              <a:r>
                <a:rPr lang="en-GB" sz="1000" b="0">
                  <a:solidFill>
                    <a:srgbClr val="5C5C68"/>
                  </a:solidFill>
                  <a:latin typeface="Lexend Light"/>
                  <a:ea typeface="Lexend Light"/>
                  <a:cs typeface="Lexend Light"/>
                  <a:sym typeface="Lexend Light"/>
                </a:rPr>
                <a:t>Real AI, real tools, and real FSA data</a:t>
              </a:r>
              <a:endParaRPr sz="1000" b="0">
                <a:solidFill>
                  <a:srgbClr val="5C5C68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</p:grpSp>
      <p:grpSp>
        <p:nvGrpSpPr>
          <p:cNvPr id="475" name="Google Shape;475;p69"/>
          <p:cNvGrpSpPr/>
          <p:nvPr/>
        </p:nvGrpSpPr>
        <p:grpSpPr>
          <a:xfrm>
            <a:off x="3309938" y="1571625"/>
            <a:ext cx="2524200" cy="2809800"/>
            <a:chOff x="0" y="0"/>
            <a:chExt cx="2524200" cy="2809800"/>
          </a:xfrm>
        </p:grpSpPr>
        <p:sp>
          <p:nvSpPr>
            <p:cNvPr id="476" name="Google Shape;476;p69"/>
            <p:cNvSpPr/>
            <p:nvPr/>
          </p:nvSpPr>
          <p:spPr>
            <a:xfrm>
              <a:off x="0" y="0"/>
              <a:ext cx="2524200" cy="2809800"/>
            </a:xfrm>
            <a:prstGeom prst="roundRect">
              <a:avLst>
                <a:gd name="adj" fmla="val 4528"/>
              </a:avLst>
            </a:prstGeom>
            <a:solidFill>
              <a:srgbClr val="FFFFFF"/>
            </a:solidFill>
            <a:ln w="14300" cap="flat" cmpd="sng">
              <a:solidFill>
                <a:srgbClr val="E2DC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7" name="Google Shape;477;p69"/>
            <p:cNvSpPr/>
            <p:nvPr/>
          </p:nvSpPr>
          <p:spPr>
            <a:xfrm>
              <a:off x="0" y="0"/>
              <a:ext cx="114300" cy="2809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4881"/>
                  </a:moveTo>
                  <a:cubicBezTo>
                    <a:pt x="0" y="2184"/>
                    <a:pt x="53700" y="0"/>
                    <a:pt x="120000" y="0"/>
                  </a:cubicBezTo>
                  <a:lnTo>
                    <a:pt x="120000" y="120000"/>
                  </a:lnTo>
                  <a:cubicBezTo>
                    <a:pt x="53700" y="120000"/>
                    <a:pt x="0" y="117816"/>
                    <a:pt x="0" y="115119"/>
                  </a:cubicBezTo>
                  <a:close/>
                </a:path>
              </a:pathLst>
            </a:custGeom>
            <a:solidFill>
              <a:srgbClr val="EA1B3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8" name="Google Shape;478;p69"/>
            <p:cNvSpPr txBox="1"/>
            <p:nvPr/>
          </p:nvSpPr>
          <p:spPr>
            <a:xfrm>
              <a:off x="190500" y="190500"/>
              <a:ext cx="2143200" cy="2428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b="1">
                  <a:solidFill>
                    <a:srgbClr val="EA1B3D"/>
                  </a:solidFill>
                  <a:latin typeface="Lexend"/>
                  <a:ea typeface="Lexend"/>
                  <a:cs typeface="Lexend"/>
                  <a:sym typeface="Lexend"/>
                </a:rPr>
                <a:t>02</a:t>
              </a:r>
              <a:endParaRPr sz="2400" b="1">
                <a:solidFill>
                  <a:srgbClr val="EA1B3D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350" b="0">
                  <a:solidFill>
                    <a:srgbClr val="373742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Align on production MCP scope</a:t>
              </a:r>
              <a:endParaRPr sz="1350" b="0">
                <a:solidFill>
                  <a:srgbClr val="373742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marL="457200" lvl="0" indent="-292100" algn="l" rtl="0">
                <a:spcBef>
                  <a:spcPts val="900"/>
                </a:spcBef>
                <a:spcAft>
                  <a:spcPts val="0"/>
                </a:spcAft>
                <a:buClr>
                  <a:srgbClr val="5C5C68"/>
                </a:buClr>
                <a:buSzPts val="1000"/>
                <a:buFont typeface="Lexend"/>
                <a:buChar char="●"/>
              </a:pPr>
              <a:r>
                <a:rPr lang="en-GB" sz="1000" b="0">
                  <a:solidFill>
                    <a:srgbClr val="5C5C68"/>
                  </a:solidFill>
                  <a:latin typeface="Lexend Light"/>
                  <a:ea typeface="Lexend Light"/>
                  <a:cs typeface="Lexend Light"/>
                  <a:sym typeface="Lexend Light"/>
                </a:rPr>
                <a:t>Define auth requirements &amp; rate limits</a:t>
              </a:r>
              <a:endParaRPr sz="1000" b="0">
                <a:solidFill>
                  <a:srgbClr val="5C5C68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  <a:p>
              <a:pPr marL="457200" lvl="0" indent="-292100" algn="l" rtl="0">
                <a:spcBef>
                  <a:spcPts val="450"/>
                </a:spcBef>
                <a:spcAft>
                  <a:spcPts val="0"/>
                </a:spcAft>
                <a:buClr>
                  <a:srgbClr val="5C5C68"/>
                </a:buClr>
                <a:buSzPts val="1000"/>
                <a:buFont typeface="Lexend"/>
                <a:buChar char="●"/>
              </a:pPr>
              <a:r>
                <a:rPr lang="en-GB" sz="1000" b="0">
                  <a:solidFill>
                    <a:srgbClr val="5C5C68"/>
                  </a:solidFill>
                  <a:latin typeface="Lexend Light"/>
                  <a:ea typeface="Lexend Light"/>
                  <a:cs typeface="Lexend Light"/>
                  <a:sym typeface="Lexend Light"/>
                </a:rPr>
                <a:t>Clarify tool coverage &amp; hosting plans</a:t>
              </a:r>
              <a:endParaRPr sz="1000" b="0">
                <a:solidFill>
                  <a:srgbClr val="5C5C68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  <a:p>
              <a:pPr marL="457200" lvl="0" indent="-292100" algn="l" rtl="0">
                <a:spcBef>
                  <a:spcPts val="450"/>
                </a:spcBef>
                <a:spcAft>
                  <a:spcPts val="0"/>
                </a:spcAft>
                <a:buClr>
                  <a:srgbClr val="5C5C68"/>
                </a:buClr>
                <a:buSzPts val="1000"/>
                <a:buFont typeface="Lexend"/>
                <a:buChar char="●"/>
              </a:pPr>
              <a:r>
                <a:rPr lang="en-GB" sz="1000" b="0">
                  <a:solidFill>
                    <a:srgbClr val="5C5C68"/>
                  </a:solidFill>
                  <a:latin typeface="Lexend Light"/>
                  <a:ea typeface="Lexend Light"/>
                  <a:cs typeface="Lexend Light"/>
                  <a:sym typeface="Lexend Light"/>
                </a:rPr>
                <a:t>Build production-ready MCP endpoint</a:t>
              </a:r>
              <a:endParaRPr sz="1000" b="0">
                <a:solidFill>
                  <a:srgbClr val="5C5C68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</p:grpSp>
      <p:grpSp>
        <p:nvGrpSpPr>
          <p:cNvPr id="479" name="Google Shape;479;p69"/>
          <p:cNvGrpSpPr/>
          <p:nvPr/>
        </p:nvGrpSpPr>
        <p:grpSpPr>
          <a:xfrm>
            <a:off x="6143625" y="1571625"/>
            <a:ext cx="2524200" cy="2809800"/>
            <a:chOff x="0" y="0"/>
            <a:chExt cx="2524200" cy="2809800"/>
          </a:xfrm>
        </p:grpSpPr>
        <p:sp>
          <p:nvSpPr>
            <p:cNvPr id="480" name="Google Shape;480;p69"/>
            <p:cNvSpPr/>
            <p:nvPr/>
          </p:nvSpPr>
          <p:spPr>
            <a:xfrm>
              <a:off x="0" y="0"/>
              <a:ext cx="2524200" cy="2809800"/>
            </a:xfrm>
            <a:prstGeom prst="roundRect">
              <a:avLst>
                <a:gd name="adj" fmla="val 4528"/>
              </a:avLst>
            </a:prstGeom>
            <a:solidFill>
              <a:srgbClr val="FFFFFF"/>
            </a:solidFill>
            <a:ln w="14300" cap="flat" cmpd="sng">
              <a:solidFill>
                <a:srgbClr val="E2DC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1" name="Google Shape;481;p69"/>
            <p:cNvSpPr/>
            <p:nvPr/>
          </p:nvSpPr>
          <p:spPr>
            <a:xfrm>
              <a:off x="0" y="0"/>
              <a:ext cx="114300" cy="28098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4881"/>
                  </a:moveTo>
                  <a:cubicBezTo>
                    <a:pt x="0" y="2184"/>
                    <a:pt x="53700" y="0"/>
                    <a:pt x="120000" y="0"/>
                  </a:cubicBezTo>
                  <a:lnTo>
                    <a:pt x="120000" y="120000"/>
                  </a:lnTo>
                  <a:cubicBezTo>
                    <a:pt x="53700" y="120000"/>
                    <a:pt x="0" y="117816"/>
                    <a:pt x="0" y="115119"/>
                  </a:cubicBezTo>
                  <a:close/>
                </a:path>
              </a:pathLst>
            </a:custGeom>
            <a:solidFill>
              <a:srgbClr val="EA1B3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2" name="Google Shape;482;p69"/>
            <p:cNvSpPr txBox="1"/>
            <p:nvPr/>
          </p:nvSpPr>
          <p:spPr>
            <a:xfrm>
              <a:off x="190500" y="190500"/>
              <a:ext cx="2143200" cy="2428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b="1">
                  <a:solidFill>
                    <a:srgbClr val="EA1B3D"/>
                  </a:solidFill>
                  <a:latin typeface="Lexend"/>
                  <a:ea typeface="Lexend"/>
                  <a:cs typeface="Lexend"/>
                  <a:sym typeface="Lexend"/>
                </a:rPr>
                <a:t>03</a:t>
              </a:r>
              <a:endParaRPr sz="2400" b="1">
                <a:solidFill>
                  <a:srgbClr val="EA1B3D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350" b="0">
                  <a:solidFill>
                    <a:srgbClr val="373742"/>
                  </a:solidFill>
                  <a:latin typeface="Lexend SemiBold"/>
                  <a:ea typeface="Lexend SemiBold"/>
                  <a:cs typeface="Lexend SemiBold"/>
                  <a:sym typeface="Lexend SemiBold"/>
                </a:rPr>
                <a:t>Prioritise Phase 1 foundation</a:t>
              </a:r>
              <a:endParaRPr sz="1350" b="0">
                <a:solidFill>
                  <a:srgbClr val="373742"/>
                </a:solidFill>
                <a:latin typeface="Lexend SemiBold"/>
                <a:ea typeface="Lexend SemiBold"/>
                <a:cs typeface="Lexend SemiBold"/>
                <a:sym typeface="Lexend SemiBold"/>
              </a:endParaRPr>
            </a:p>
            <a:p>
              <a:pPr marL="457200" lvl="0" indent="-292100" algn="l" rtl="0">
                <a:spcBef>
                  <a:spcPts val="900"/>
                </a:spcBef>
                <a:spcAft>
                  <a:spcPts val="0"/>
                </a:spcAft>
                <a:buClr>
                  <a:srgbClr val="5C5C68"/>
                </a:buClr>
                <a:buSzPts val="1000"/>
                <a:buFont typeface="Lexend"/>
                <a:buChar char="●"/>
              </a:pPr>
              <a:r>
                <a:rPr lang="en-GB" sz="1000" b="0">
                  <a:solidFill>
                    <a:srgbClr val="5C5C68"/>
                  </a:solidFill>
                  <a:latin typeface="Lexend Light"/>
                  <a:ea typeface="Lexend Light"/>
                  <a:cs typeface="Lexend Light"/>
                  <a:sym typeface="Lexend Light"/>
                </a:rPr>
                <a:t>Schema markup &amp; llms.txt creation</a:t>
              </a:r>
              <a:endParaRPr sz="1000" b="0">
                <a:solidFill>
                  <a:srgbClr val="5C5C68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  <a:p>
              <a:pPr marL="457200" lvl="0" indent="-292100" algn="l" rtl="0">
                <a:spcBef>
                  <a:spcPts val="450"/>
                </a:spcBef>
                <a:spcAft>
                  <a:spcPts val="0"/>
                </a:spcAft>
                <a:buClr>
                  <a:srgbClr val="5C5C68"/>
                </a:buClr>
                <a:buSzPts val="1000"/>
                <a:buFont typeface="Lexend"/>
                <a:buChar char="●"/>
              </a:pPr>
              <a:r>
                <a:rPr lang="en-GB" sz="1000" b="0">
                  <a:solidFill>
                    <a:srgbClr val="5C5C68"/>
                  </a:solidFill>
                  <a:latin typeface="Lexend Light"/>
                  <a:ea typeface="Lexend Light"/>
                  <a:cs typeface="Lexend Light"/>
                  <a:sym typeface="Lexend Light"/>
                </a:rPr>
                <a:t>Pricing API changes for AI channels</a:t>
              </a:r>
              <a:endParaRPr sz="1000" b="0">
                <a:solidFill>
                  <a:srgbClr val="5C5C68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  <a:p>
              <a:pPr marL="457200" lvl="0" indent="-292100" algn="l" rtl="0">
                <a:spcBef>
                  <a:spcPts val="450"/>
                </a:spcBef>
                <a:spcAft>
                  <a:spcPts val="0"/>
                </a:spcAft>
                <a:buClr>
                  <a:srgbClr val="5C5C68"/>
                </a:buClr>
                <a:buSzPts val="1000"/>
                <a:buFont typeface="Lexend"/>
                <a:buChar char="●"/>
              </a:pPr>
              <a:r>
                <a:rPr lang="en-GB" sz="1000" b="0">
                  <a:solidFill>
                    <a:srgbClr val="5C5C68"/>
                  </a:solidFill>
                  <a:latin typeface="Lexend Light"/>
                  <a:ea typeface="Lexend Light"/>
                  <a:cs typeface="Lexend Light"/>
                  <a:sym typeface="Lexend Light"/>
                </a:rPr>
                <a:t>Low cost, high impact prerequisites</a:t>
              </a:r>
              <a:endParaRPr sz="1000" b="0">
                <a:solidFill>
                  <a:srgbClr val="5C5C68"/>
                </a:solidFill>
                <a:latin typeface="Lexend Light"/>
                <a:ea typeface="Lexend Light"/>
                <a:cs typeface="Lexend Light"/>
                <a:sym typeface="Lexend Light"/>
              </a:endParaRPr>
            </a:p>
          </p:txBody>
        </p:sp>
      </p:grpSp>
      <p:sp>
        <p:nvSpPr>
          <p:cNvPr id="483" name="Google Shape;483;p69"/>
          <p:cNvSpPr txBox="1"/>
          <p:nvPr>
            <p:ph type="sldNum" idx="12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45725" tIns="45725" rIns="45725" bIns="45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484" name="Google Shape;484;p6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Google Shape;489;p7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2438400"/>
            <a:ext cx="3911700" cy="270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70"/>
          <p:cNvSpPr txBox="1"/>
          <p:nvPr/>
        </p:nvSpPr>
        <p:spPr>
          <a:xfrm>
            <a:off x="571500" y="571500"/>
            <a:ext cx="4953000" cy="4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>
                <a:solidFill>
                  <a:srgbClr val="EA1B3D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AI &amp; LLM Engineering</a:t>
            </a:r>
            <a:endParaRPr sz="1000" b="0">
              <a:solidFill>
                <a:srgbClr val="EA1B3D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GB" sz="3200" b="0">
                <a:solidFill>
                  <a:srgbClr val="373742"/>
                </a:solidFill>
                <a:latin typeface="Lexend Light"/>
                <a:ea typeface="Lexend Light"/>
                <a:cs typeface="Lexend Light"/>
                <a:sym typeface="Lexend Light"/>
              </a:rPr>
              <a:t>Let's build the future</a:t>
            </a:r>
            <a:br>
              <a:rPr lang="en-GB" sz="3200" b="0">
                <a:solidFill>
                  <a:srgbClr val="373742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r>
              <a:rPr lang="en-GB" sz="3200" b="0">
                <a:solidFill>
                  <a:srgbClr val="373742"/>
                </a:solidFill>
                <a:latin typeface="Lexend Light"/>
                <a:ea typeface="Lexend Light"/>
                <a:cs typeface="Lexend Light"/>
                <a:sym typeface="Lexend Light"/>
              </a:rPr>
              <a:t>of luxury travel booking.</a:t>
            </a:r>
            <a:endParaRPr sz="3200" b="0">
              <a:solidFill>
                <a:srgbClr val="373742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3375"/>
              </a:spcBef>
              <a:spcAft>
                <a:spcPts val="0"/>
              </a:spcAft>
              <a:buNone/>
            </a:pPr>
            <a:r>
              <a:rPr lang="en-GB" sz="1600" b="0">
                <a:solidFill>
                  <a:srgbClr val="373742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InfoBeans</a:t>
            </a:r>
            <a:endParaRPr sz="1600" b="0">
              <a:solidFill>
                <a:srgbClr val="373742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1100" b="0">
                <a:solidFill>
                  <a:srgbClr val="8E8E9F"/>
                </a:solidFill>
                <a:latin typeface="Lexend Light"/>
                <a:ea typeface="Lexend Light"/>
                <a:cs typeface="Lexend Light"/>
                <a:sym typeface="Lexend Light"/>
              </a:rPr>
              <a:t>AI &amp; LLM Engineering Practice</a:t>
            </a:r>
            <a:endParaRPr sz="1050">
              <a:solidFill>
                <a:srgbClr val="8E8E9F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8E8E9F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1050" b="0">
              <a:solidFill>
                <a:srgbClr val="8E8E9F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91" name="Google Shape;491;p70"/>
          <p:cNvSpPr txBox="1"/>
          <p:nvPr/>
        </p:nvSpPr>
        <p:spPr>
          <a:xfrm>
            <a:off x="5715000" y="1905000"/>
            <a:ext cx="28575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200" b="0">
                <a:solidFill>
                  <a:srgbClr val="EA1B3D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Thank You!</a:t>
            </a:r>
            <a:endParaRPr sz="5200" b="0">
              <a:solidFill>
                <a:srgbClr val="EA1B3D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id="492" name="Google Shape;492;p70"/>
          <p:cNvSpPr txBox="1"/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493" name="Google Shape;493;p70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546131" y="4698819"/>
            <a:ext cx="211325" cy="211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70"/>
          <p:cNvSpPr txBox="1"/>
          <p:nvPr>
            <p:ph type="sldNum" idx="4294967295"/>
          </p:nvPr>
        </p:nvSpPr>
        <p:spPr>
          <a:xfrm>
            <a:off x="278945" y="4775199"/>
            <a:ext cx="307500" cy="2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700"/>
            </a:fld>
            <a:endParaRPr sz="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nfoBeans">
  <a:themeElements>
    <a:clrScheme name="Simple Light">
      <a:dk1>
        <a:srgbClr val="FFFFFF"/>
      </a:dk1>
      <a:lt1>
        <a:srgbClr val="FFF9ED"/>
      </a:lt1>
      <a:dk2>
        <a:srgbClr val="FFD0D8"/>
      </a:dk2>
      <a:lt2>
        <a:srgbClr val="373742"/>
      </a:lt2>
      <a:accent1>
        <a:srgbClr val="EA1B3D"/>
      </a:accent1>
      <a:accent2>
        <a:srgbClr val="EB4C5E"/>
      </a:accent2>
      <a:accent3>
        <a:srgbClr val="AA142D"/>
      </a:accent3>
      <a:accent4>
        <a:srgbClr val="7C2235"/>
      </a:accent4>
      <a:accent5>
        <a:srgbClr val="676775"/>
      </a:accent5>
      <a:accent6>
        <a:srgbClr val="E6E6ED"/>
      </a:accent6>
      <a:hlink>
        <a:srgbClr val="EA1B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1747</Words>
  <Application>WPS Presentation</Application>
  <PresentationFormat/>
  <Paragraphs>123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SimSun</vt:lpstr>
      <vt:lpstr>Wingdings</vt:lpstr>
      <vt:lpstr>Arial</vt:lpstr>
      <vt:lpstr>DejaVu Sans</vt:lpstr>
      <vt:lpstr>Lexend Light</vt:lpstr>
      <vt:lpstr>C059</vt:lpstr>
      <vt:lpstr>Lexend Medium</vt:lpstr>
      <vt:lpstr>Lexend</vt:lpstr>
      <vt:lpstr>Lexend SemiBold</vt:lpstr>
      <vt:lpstr>Microsoft YaHei</vt:lpstr>
      <vt:lpstr>Droid Sans Fallback</vt:lpstr>
      <vt:lpstr>Arial Unicode MS</vt:lpstr>
      <vt:lpstr>Simple Light</vt:lpstr>
      <vt:lpstr>InfoBeans</vt:lpstr>
      <vt:lpstr>AI agent-ready booking for Five Star Alliance using MCP</vt:lpstr>
      <vt:lpstr>What is Model Context Protocol (MCP)?</vt:lpstr>
      <vt:lpstr>WITH MCP</vt:lpstr>
      <vt:lpstr> How the FSA demo is wired</vt:lpstr>
      <vt:lpstr>PowerPoint 演示文稿</vt:lpstr>
      <vt:lpstr>A step-by-step walkthrough of the live conversational booking experience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agent-ready booking for Five Star Alliance using MCP</dc:title>
  <dc:creator/>
  <cp:lastModifiedBy>sandeepgupta</cp:lastModifiedBy>
  <cp:revision>1</cp:revision>
  <dcterms:created xsi:type="dcterms:W3CDTF">2026-08-15T17:22:48Z</dcterms:created>
  <dcterms:modified xsi:type="dcterms:W3CDTF">2026-08-15T17:22:48Z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